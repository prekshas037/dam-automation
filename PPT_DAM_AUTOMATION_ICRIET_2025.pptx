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18" r:id="rId1"/>
    <p:sldMasterId id="2147483856" r:id="rId2"/>
    <p:sldMasterId id="2147483831" r:id="rId3"/>
  </p:sldMasterIdLst>
  <p:notesMasterIdLst>
    <p:notesMasterId r:id="rId22"/>
  </p:notesMasterIdLst>
  <p:handoutMasterIdLst>
    <p:handoutMasterId r:id="rId23"/>
  </p:handoutMasterIdLst>
  <p:sldIdLst>
    <p:sldId id="256" r:id="rId4"/>
    <p:sldId id="4473" r:id="rId5"/>
    <p:sldId id="365" r:id="rId6"/>
    <p:sldId id="4645" r:id="rId7"/>
    <p:sldId id="4661" r:id="rId8"/>
    <p:sldId id="4646" r:id="rId9"/>
    <p:sldId id="4648" r:id="rId10"/>
    <p:sldId id="4650" r:id="rId11"/>
    <p:sldId id="4649" r:id="rId12"/>
    <p:sldId id="4657" r:id="rId13"/>
    <p:sldId id="4658" r:id="rId14"/>
    <p:sldId id="4659" r:id="rId15"/>
    <p:sldId id="4660" r:id="rId16"/>
    <p:sldId id="4652" r:id="rId17"/>
    <p:sldId id="4653" r:id="rId18"/>
    <p:sldId id="4654" r:id="rId19"/>
    <p:sldId id="4655" r:id="rId20"/>
    <p:sldId id="375" r:id="rId21"/>
  </p:sldIdLst>
  <p:sldSz cx="10972800" cy="7315200"/>
  <p:notesSz cx="6858000" cy="9144000"/>
  <p:defaultTextStyle>
    <a:defPPr>
      <a:defRPr lang="en-US"/>
    </a:defPPr>
    <a:lvl1pPr marL="0" algn="l" defTabSz="1044976" rtl="0" eaLnBrk="1" latinLnBrk="0" hangingPunct="1">
      <a:defRPr sz="2100" kern="1200">
        <a:solidFill>
          <a:schemeClr val="tx1"/>
        </a:solidFill>
        <a:latin typeface="+mn-lt"/>
        <a:ea typeface="+mn-ea"/>
        <a:cs typeface="+mn-cs"/>
      </a:defRPr>
    </a:lvl1pPr>
    <a:lvl2pPr marL="522488" algn="l" defTabSz="1044976" rtl="0" eaLnBrk="1" latinLnBrk="0" hangingPunct="1">
      <a:defRPr sz="2100" kern="1200">
        <a:solidFill>
          <a:schemeClr val="tx1"/>
        </a:solidFill>
        <a:latin typeface="+mn-lt"/>
        <a:ea typeface="+mn-ea"/>
        <a:cs typeface="+mn-cs"/>
      </a:defRPr>
    </a:lvl2pPr>
    <a:lvl3pPr marL="1044976" algn="l" defTabSz="1044976" rtl="0" eaLnBrk="1" latinLnBrk="0" hangingPunct="1">
      <a:defRPr sz="2100" kern="1200">
        <a:solidFill>
          <a:schemeClr val="tx1"/>
        </a:solidFill>
        <a:latin typeface="+mn-lt"/>
        <a:ea typeface="+mn-ea"/>
        <a:cs typeface="+mn-cs"/>
      </a:defRPr>
    </a:lvl3pPr>
    <a:lvl4pPr marL="1567464" algn="l" defTabSz="1044976" rtl="0" eaLnBrk="1" latinLnBrk="0" hangingPunct="1">
      <a:defRPr sz="2100" kern="1200">
        <a:solidFill>
          <a:schemeClr val="tx1"/>
        </a:solidFill>
        <a:latin typeface="+mn-lt"/>
        <a:ea typeface="+mn-ea"/>
        <a:cs typeface="+mn-cs"/>
      </a:defRPr>
    </a:lvl4pPr>
    <a:lvl5pPr marL="2089953" algn="l" defTabSz="1044976" rtl="0" eaLnBrk="1" latinLnBrk="0" hangingPunct="1">
      <a:defRPr sz="2100" kern="1200">
        <a:solidFill>
          <a:schemeClr val="tx1"/>
        </a:solidFill>
        <a:latin typeface="+mn-lt"/>
        <a:ea typeface="+mn-ea"/>
        <a:cs typeface="+mn-cs"/>
      </a:defRPr>
    </a:lvl5pPr>
    <a:lvl6pPr marL="2612441" algn="l" defTabSz="1044976" rtl="0" eaLnBrk="1" latinLnBrk="0" hangingPunct="1">
      <a:defRPr sz="2100" kern="1200">
        <a:solidFill>
          <a:schemeClr val="tx1"/>
        </a:solidFill>
        <a:latin typeface="+mn-lt"/>
        <a:ea typeface="+mn-ea"/>
        <a:cs typeface="+mn-cs"/>
      </a:defRPr>
    </a:lvl6pPr>
    <a:lvl7pPr marL="3134929" algn="l" defTabSz="1044976" rtl="0" eaLnBrk="1" latinLnBrk="0" hangingPunct="1">
      <a:defRPr sz="2100" kern="1200">
        <a:solidFill>
          <a:schemeClr val="tx1"/>
        </a:solidFill>
        <a:latin typeface="+mn-lt"/>
        <a:ea typeface="+mn-ea"/>
        <a:cs typeface="+mn-cs"/>
      </a:defRPr>
    </a:lvl7pPr>
    <a:lvl8pPr marL="3657417" algn="l" defTabSz="1044976" rtl="0" eaLnBrk="1" latinLnBrk="0" hangingPunct="1">
      <a:defRPr sz="2100" kern="1200">
        <a:solidFill>
          <a:schemeClr val="tx1"/>
        </a:solidFill>
        <a:latin typeface="+mn-lt"/>
        <a:ea typeface="+mn-ea"/>
        <a:cs typeface="+mn-cs"/>
      </a:defRPr>
    </a:lvl8pPr>
    <a:lvl9pPr marL="4179905" algn="l" defTabSz="1044976" rtl="0" eaLnBrk="1" latinLnBrk="0" hangingPunct="1">
      <a:defRPr sz="21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guide id="3" orient="horz" pos="2304">
          <p15:clr>
            <a:srgbClr val="A4A3A4"/>
          </p15:clr>
        </p15:guide>
        <p15:guide id="4" pos="3456">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0C0C0"/>
    <a:srgbClr val="E4EDF8"/>
    <a:srgbClr val="006600"/>
    <a:srgbClr val="004274"/>
    <a:srgbClr val="FFFF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655" autoAdjust="0"/>
    <p:restoredTop sz="94563" autoAdjust="0"/>
  </p:normalViewPr>
  <p:slideViewPr>
    <p:cSldViewPr>
      <p:cViewPr varScale="1">
        <p:scale>
          <a:sx n="73" d="100"/>
          <a:sy n="73" d="100"/>
        </p:scale>
        <p:origin x="1368" y="67"/>
      </p:cViewPr>
      <p:guideLst>
        <p:guide orient="horz" pos="2160"/>
        <p:guide pos="2880"/>
        <p:guide orient="horz" pos="2304"/>
        <p:guide pos="3456"/>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62" d="100"/>
          <a:sy n="62" d="100"/>
        </p:scale>
        <p:origin x="3226" y="77"/>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theme" Target="theme/theme1.xml"/><Relationship Id="rId3" Type="http://schemas.openxmlformats.org/officeDocument/2006/relationships/slideMaster" Target="slideMasters/slideMaster3.xml"/><Relationship Id="rId21" Type="http://schemas.openxmlformats.org/officeDocument/2006/relationships/slide" Target="slides/slide18.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presProps" Target="presProp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handoutMaster" Target="handoutMasters/handoutMaster1.xml"/><Relationship Id="rId10" Type="http://schemas.openxmlformats.org/officeDocument/2006/relationships/slide" Target="slides/slide7.xml"/><Relationship Id="rId19" Type="http://schemas.openxmlformats.org/officeDocument/2006/relationships/slide" Target="slides/slide16.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notesMaster" Target="notesMasters/notesMaster1.xml"/><Relationship Id="rId27"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42"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a:defRPr sz="1200" b="0">
                <a:solidFill>
                  <a:schemeClr val="tx1"/>
                </a:solidFill>
                <a:effectLst/>
                <a:latin typeface="Arial" charset="0"/>
              </a:defRPr>
            </a:lvl1pPr>
          </a:lstStyle>
          <a:p>
            <a:endParaRPr lang="en-US"/>
          </a:p>
        </p:txBody>
      </p:sp>
      <p:sp>
        <p:nvSpPr>
          <p:cNvPr id="61443" name="Rectangle 3"/>
          <p:cNvSpPr>
            <a:spLocks noGrp="1" noChangeArrowheads="1"/>
          </p:cNvSpPr>
          <p:nvPr>
            <p:ph type="dt" sz="quarter"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b="0">
                <a:solidFill>
                  <a:schemeClr val="tx1"/>
                </a:solidFill>
                <a:effectLst/>
                <a:latin typeface="Arial" charset="0"/>
              </a:defRPr>
            </a:lvl1pPr>
          </a:lstStyle>
          <a:p>
            <a:endParaRPr lang="en-US"/>
          </a:p>
        </p:txBody>
      </p:sp>
      <p:sp>
        <p:nvSpPr>
          <p:cNvPr id="61444" name="Rectangle 4"/>
          <p:cNvSpPr>
            <a:spLocks noGrp="1" noChangeArrowheads="1"/>
          </p:cNvSpPr>
          <p:nvPr>
            <p:ph type="ftr" sz="quarter" idx="2"/>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a:defRPr sz="1200" b="0">
                <a:solidFill>
                  <a:schemeClr val="tx1"/>
                </a:solidFill>
                <a:effectLst/>
                <a:latin typeface="Arial" charset="0"/>
              </a:defRPr>
            </a:lvl1pPr>
          </a:lstStyle>
          <a:p>
            <a:r>
              <a:rPr lang="en-US" dirty="0"/>
              <a:t>Paper Id</a:t>
            </a:r>
            <a:r>
              <a:rPr lang="en-US"/>
              <a:t>: xxx</a:t>
            </a:r>
            <a:endParaRPr lang="en-US" dirty="0"/>
          </a:p>
        </p:txBody>
      </p:sp>
      <p:sp>
        <p:nvSpPr>
          <p:cNvPr id="61445" name="Rectangle 5"/>
          <p:cNvSpPr>
            <a:spLocks noGrp="1" noChangeArrowheads="1"/>
          </p:cNvSpPr>
          <p:nvPr>
            <p:ph type="sldNum" sz="quarter" idx="3"/>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b="0">
                <a:solidFill>
                  <a:schemeClr val="tx1"/>
                </a:solidFill>
                <a:effectLst/>
                <a:latin typeface="Arial" charset="0"/>
              </a:defRPr>
            </a:lvl1pPr>
          </a:lstStyle>
          <a:p>
            <a:fld id="{33565F69-71AE-4A76-B224-D6B03AADFEA3}" type="slidenum">
              <a:rPr lang="en-US"/>
              <a:pPr/>
              <a:t>‹#›</a:t>
            </a:fld>
            <a:endParaRPr lang="en-US"/>
          </a:p>
        </p:txBody>
      </p:sp>
    </p:spTree>
    <p:extLst>
      <p:ext uri="{BB962C8B-B14F-4D97-AF65-F5344CB8AC3E}">
        <p14:creationId xmlns:p14="http://schemas.microsoft.com/office/powerpoint/2010/main" val="1934557283"/>
      </p:ext>
    </p:extLst>
  </p:cSld>
  <p:clrMap bg1="lt1" tx1="dk1" bg2="lt2" tx2="dk2" accent1="accent1" accent2="accent2" accent3="accent3" accent4="accent4" accent5="accent5" accent6="accent6" hlink="hlink" folHlink="folHlink"/>
  <p:hf sldNum="0"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4818"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a:defRPr sz="1200" b="0">
                <a:solidFill>
                  <a:schemeClr val="tx1"/>
                </a:solidFill>
                <a:effectLst/>
                <a:latin typeface="Arial" charset="0"/>
              </a:defRPr>
            </a:lvl1pPr>
          </a:lstStyle>
          <a:p>
            <a:endParaRPr lang="en-US"/>
          </a:p>
        </p:txBody>
      </p:sp>
      <p:sp>
        <p:nvSpPr>
          <p:cNvPr id="34819"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b="0">
                <a:solidFill>
                  <a:schemeClr val="tx1"/>
                </a:solidFill>
                <a:effectLst/>
                <a:latin typeface="Arial" charset="0"/>
              </a:defRPr>
            </a:lvl1pPr>
          </a:lstStyle>
          <a:p>
            <a:endParaRPr lang="en-US"/>
          </a:p>
        </p:txBody>
      </p:sp>
      <p:sp>
        <p:nvSpPr>
          <p:cNvPr id="34820" name="Rectangle 4"/>
          <p:cNvSpPr>
            <a:spLocks noGrp="1" noRot="1" noChangeAspect="1" noChangeArrowheads="1" noTextEdit="1"/>
          </p:cNvSpPr>
          <p:nvPr>
            <p:ph type="sldImg" idx="2"/>
          </p:nvPr>
        </p:nvSpPr>
        <p:spPr bwMode="auto">
          <a:xfrm>
            <a:off x="857250" y="685800"/>
            <a:ext cx="5143500" cy="3429000"/>
          </a:xfrm>
          <a:prstGeom prst="rect">
            <a:avLst/>
          </a:prstGeom>
          <a:noFill/>
          <a:ln w="9525">
            <a:solidFill>
              <a:srgbClr val="000000"/>
            </a:solidFill>
            <a:miter lim="800000"/>
            <a:headEnd/>
            <a:tailEnd/>
          </a:ln>
          <a:effectLst/>
        </p:spPr>
      </p:sp>
      <p:sp>
        <p:nvSpPr>
          <p:cNvPr id="34821"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4822"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a:defRPr sz="1200" b="0">
                <a:solidFill>
                  <a:schemeClr val="tx1"/>
                </a:solidFill>
                <a:effectLst/>
                <a:latin typeface="Arial" charset="0"/>
              </a:defRPr>
            </a:lvl1pPr>
          </a:lstStyle>
          <a:p>
            <a:r>
              <a:rPr lang="en-US" dirty="0"/>
              <a:t>Paper Id</a:t>
            </a:r>
            <a:r>
              <a:rPr lang="en-US"/>
              <a:t>: xxx</a:t>
            </a:r>
            <a:endParaRPr lang="en-US" dirty="0"/>
          </a:p>
        </p:txBody>
      </p:sp>
      <p:sp>
        <p:nvSpPr>
          <p:cNvPr id="34823"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b="0">
                <a:solidFill>
                  <a:schemeClr val="tx1"/>
                </a:solidFill>
                <a:effectLst/>
                <a:latin typeface="Arial" charset="0"/>
              </a:defRPr>
            </a:lvl1pPr>
          </a:lstStyle>
          <a:p>
            <a:fld id="{5153EF1D-02BE-41A3-8A6C-5BBFD9838552}" type="slidenum">
              <a:rPr lang="en-US"/>
              <a:pPr/>
              <a:t>‹#›</a:t>
            </a:fld>
            <a:endParaRPr lang="en-US"/>
          </a:p>
        </p:txBody>
      </p:sp>
    </p:spTree>
    <p:extLst>
      <p:ext uri="{BB962C8B-B14F-4D97-AF65-F5344CB8AC3E}">
        <p14:creationId xmlns:p14="http://schemas.microsoft.com/office/powerpoint/2010/main" val="4163246229"/>
      </p:ext>
    </p:extLst>
  </p:cSld>
  <p:clrMap bg1="lt1" tx1="dk1" bg2="lt2" tx2="dk2" accent1="accent1" accent2="accent2" accent3="accent3" accent4="accent4" accent5="accent5" accent6="accent6" hlink="hlink" folHlink="folHlink"/>
  <p:hf sldNum="0" hdr="0" dt="0"/>
  <p:notesStyle>
    <a:lvl1pPr algn="l" rtl="0" fontAlgn="base">
      <a:spcBef>
        <a:spcPct val="30000"/>
      </a:spcBef>
      <a:spcAft>
        <a:spcPct val="0"/>
      </a:spcAft>
      <a:defRPr sz="1400" kern="1200">
        <a:solidFill>
          <a:schemeClr val="tx1"/>
        </a:solidFill>
        <a:latin typeface="Arial" charset="0"/>
        <a:ea typeface="+mn-ea"/>
        <a:cs typeface="+mn-cs"/>
      </a:defRPr>
    </a:lvl1pPr>
    <a:lvl2pPr marL="522488" algn="l" rtl="0" fontAlgn="base">
      <a:spcBef>
        <a:spcPct val="30000"/>
      </a:spcBef>
      <a:spcAft>
        <a:spcPct val="0"/>
      </a:spcAft>
      <a:defRPr sz="1400" kern="1200">
        <a:solidFill>
          <a:schemeClr val="tx1"/>
        </a:solidFill>
        <a:latin typeface="Arial" charset="0"/>
        <a:ea typeface="+mn-ea"/>
        <a:cs typeface="+mn-cs"/>
      </a:defRPr>
    </a:lvl2pPr>
    <a:lvl3pPr marL="1044976" algn="l" rtl="0" fontAlgn="base">
      <a:spcBef>
        <a:spcPct val="30000"/>
      </a:spcBef>
      <a:spcAft>
        <a:spcPct val="0"/>
      </a:spcAft>
      <a:defRPr sz="1400" kern="1200">
        <a:solidFill>
          <a:schemeClr val="tx1"/>
        </a:solidFill>
        <a:latin typeface="Arial" charset="0"/>
        <a:ea typeface="+mn-ea"/>
        <a:cs typeface="+mn-cs"/>
      </a:defRPr>
    </a:lvl3pPr>
    <a:lvl4pPr marL="1567464" algn="l" rtl="0" fontAlgn="base">
      <a:spcBef>
        <a:spcPct val="30000"/>
      </a:spcBef>
      <a:spcAft>
        <a:spcPct val="0"/>
      </a:spcAft>
      <a:defRPr sz="1400" kern="1200">
        <a:solidFill>
          <a:schemeClr val="tx1"/>
        </a:solidFill>
        <a:latin typeface="Arial" charset="0"/>
        <a:ea typeface="+mn-ea"/>
        <a:cs typeface="+mn-cs"/>
      </a:defRPr>
    </a:lvl4pPr>
    <a:lvl5pPr marL="2089953" algn="l" rtl="0" fontAlgn="base">
      <a:spcBef>
        <a:spcPct val="30000"/>
      </a:spcBef>
      <a:spcAft>
        <a:spcPct val="0"/>
      </a:spcAft>
      <a:defRPr sz="1400" kern="1200">
        <a:solidFill>
          <a:schemeClr val="tx1"/>
        </a:solidFill>
        <a:latin typeface="Arial" charset="0"/>
        <a:ea typeface="+mn-ea"/>
        <a:cs typeface="+mn-cs"/>
      </a:defRPr>
    </a:lvl5pPr>
    <a:lvl6pPr marL="2612441" algn="l" defTabSz="1044976" rtl="0" eaLnBrk="1" latinLnBrk="0" hangingPunct="1">
      <a:defRPr sz="1400" kern="1200">
        <a:solidFill>
          <a:schemeClr val="tx1"/>
        </a:solidFill>
        <a:latin typeface="+mn-lt"/>
        <a:ea typeface="+mn-ea"/>
        <a:cs typeface="+mn-cs"/>
      </a:defRPr>
    </a:lvl6pPr>
    <a:lvl7pPr marL="3134929" algn="l" defTabSz="1044976" rtl="0" eaLnBrk="1" latinLnBrk="0" hangingPunct="1">
      <a:defRPr sz="1400" kern="1200">
        <a:solidFill>
          <a:schemeClr val="tx1"/>
        </a:solidFill>
        <a:latin typeface="+mn-lt"/>
        <a:ea typeface="+mn-ea"/>
        <a:cs typeface="+mn-cs"/>
      </a:defRPr>
    </a:lvl7pPr>
    <a:lvl8pPr marL="3657417" algn="l" defTabSz="1044976" rtl="0" eaLnBrk="1" latinLnBrk="0" hangingPunct="1">
      <a:defRPr sz="1400" kern="1200">
        <a:solidFill>
          <a:schemeClr val="tx1"/>
        </a:solidFill>
        <a:latin typeface="+mn-lt"/>
        <a:ea typeface="+mn-ea"/>
        <a:cs typeface="+mn-cs"/>
      </a:defRPr>
    </a:lvl8pPr>
    <a:lvl9pPr marL="4179905" algn="l" defTabSz="1044976" rtl="0" eaLnBrk="1" latinLnBrk="0" hangingPunct="1">
      <a:defRPr sz="14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Rot="1" noChangeAspect="1" noChangeArrowheads="1" noTextEdit="1"/>
          </p:cNvSpPr>
          <p:nvPr>
            <p:ph type="sldImg"/>
          </p:nvPr>
        </p:nvSpPr>
        <p:spPr>
          <a:xfrm>
            <a:off x="857250" y="685800"/>
            <a:ext cx="5143500" cy="3429000"/>
          </a:xfrm>
          <a:ln/>
        </p:spPr>
      </p:sp>
      <p:sp>
        <p:nvSpPr>
          <p:cNvPr id="56323" name="Rectangle 3"/>
          <p:cNvSpPr>
            <a:spLocks noGrp="1" noChangeArrowheads="1"/>
          </p:cNvSpPr>
          <p:nvPr>
            <p:ph type="body" idx="1"/>
          </p:nvPr>
        </p:nvSpPr>
        <p:spPr/>
        <p:txBody>
          <a:bodyPr/>
          <a:lstStyle/>
          <a:p>
            <a:endParaRPr lang="en-US" dirty="0"/>
          </a:p>
        </p:txBody>
      </p:sp>
      <p:sp>
        <p:nvSpPr>
          <p:cNvPr id="4" name="Footer Placeholder 3"/>
          <p:cNvSpPr>
            <a:spLocks noGrp="1"/>
          </p:cNvSpPr>
          <p:nvPr>
            <p:ph type="ftr" sz="quarter" idx="10"/>
          </p:nvPr>
        </p:nvSpPr>
        <p:spPr/>
        <p:txBody>
          <a:bodyPr/>
          <a:lstStyle/>
          <a:p>
            <a:r>
              <a:rPr lang="en-US" dirty="0"/>
              <a:t>Paper Id</a:t>
            </a:r>
            <a:r>
              <a:rPr lang="en-US"/>
              <a:t>: xxx</a:t>
            </a:r>
            <a:endParaRPr lang="en-US" dirty="0"/>
          </a:p>
        </p:txBody>
      </p:sp>
    </p:spTree>
    <p:extLst>
      <p:ext uri="{BB962C8B-B14F-4D97-AF65-F5344CB8AC3E}">
        <p14:creationId xmlns:p14="http://schemas.microsoft.com/office/powerpoint/2010/main" val="207792558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57250" y="685800"/>
            <a:ext cx="5143500" cy="3429000"/>
          </a:xfrm>
        </p:spPr>
      </p:sp>
      <p:sp>
        <p:nvSpPr>
          <p:cNvPr id="3" name="Notes Placeholder 2"/>
          <p:cNvSpPr>
            <a:spLocks noGrp="1"/>
          </p:cNvSpPr>
          <p:nvPr>
            <p:ph type="body" idx="1"/>
          </p:nvPr>
        </p:nvSpPr>
        <p:spPr/>
        <p:txBody>
          <a:bodyPr/>
          <a:lstStyle/>
          <a:p>
            <a:endParaRPr lang="en-IN" dirty="0"/>
          </a:p>
        </p:txBody>
      </p:sp>
      <p:sp>
        <p:nvSpPr>
          <p:cNvPr id="4" name="Footer Placeholder 3"/>
          <p:cNvSpPr>
            <a:spLocks noGrp="1"/>
          </p:cNvSpPr>
          <p:nvPr>
            <p:ph type="ftr" sz="quarter" idx="10"/>
          </p:nvPr>
        </p:nvSpPr>
        <p:spPr/>
        <p:txBody>
          <a:bodyPr/>
          <a:lstStyle/>
          <a:p>
            <a:r>
              <a:rPr lang="en-US" dirty="0"/>
              <a:t>Paper Id</a:t>
            </a:r>
            <a:r>
              <a:rPr lang="en-US"/>
              <a:t>: xxx</a:t>
            </a:r>
            <a:endParaRPr lang="en-US" dirty="0"/>
          </a:p>
        </p:txBody>
      </p:sp>
    </p:spTree>
    <p:extLst>
      <p:ext uri="{BB962C8B-B14F-4D97-AF65-F5344CB8AC3E}">
        <p14:creationId xmlns:p14="http://schemas.microsoft.com/office/powerpoint/2010/main" val="174527191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Rot="1" noChangeAspect="1" noChangeArrowheads="1" noTextEdit="1"/>
          </p:cNvSpPr>
          <p:nvPr>
            <p:ph type="sldImg"/>
          </p:nvPr>
        </p:nvSpPr>
        <p:spPr>
          <a:xfrm>
            <a:off x="857250" y="685800"/>
            <a:ext cx="5143500" cy="3429000"/>
          </a:xfrm>
          <a:ln/>
        </p:spPr>
      </p:sp>
      <p:sp>
        <p:nvSpPr>
          <p:cNvPr id="56323" name="Rectangle 3"/>
          <p:cNvSpPr>
            <a:spLocks noGrp="1" noChangeArrowheads="1"/>
          </p:cNvSpPr>
          <p:nvPr>
            <p:ph type="body" idx="1"/>
          </p:nvPr>
        </p:nvSpPr>
        <p:spPr/>
        <p:txBody>
          <a:bodyPr/>
          <a:lstStyle/>
          <a:p>
            <a:endParaRPr lang="en-US"/>
          </a:p>
        </p:txBody>
      </p:sp>
      <p:sp>
        <p:nvSpPr>
          <p:cNvPr id="4" name="Footer Placeholder 3"/>
          <p:cNvSpPr>
            <a:spLocks noGrp="1"/>
          </p:cNvSpPr>
          <p:nvPr>
            <p:ph type="ftr" sz="quarter" idx="10"/>
          </p:nvPr>
        </p:nvSpPr>
        <p:spPr/>
        <p:txBody>
          <a:bodyPr/>
          <a:lstStyle/>
          <a:p>
            <a:r>
              <a:rPr lang="en-US" dirty="0"/>
              <a:t>Paper Id: xxx</a:t>
            </a:r>
          </a:p>
        </p:txBody>
      </p:sp>
    </p:spTree>
    <p:extLst>
      <p:ext uri="{BB962C8B-B14F-4D97-AF65-F5344CB8AC3E}">
        <p14:creationId xmlns:p14="http://schemas.microsoft.com/office/powerpoint/2010/main" val="612168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Rot="1" noChangeAspect="1" noChangeArrowheads="1" noTextEdit="1"/>
          </p:cNvSpPr>
          <p:nvPr>
            <p:ph type="sldImg"/>
          </p:nvPr>
        </p:nvSpPr>
        <p:spPr>
          <a:xfrm>
            <a:off x="857250" y="685800"/>
            <a:ext cx="5143500" cy="3429000"/>
          </a:xfrm>
          <a:ln/>
        </p:spPr>
      </p:sp>
      <p:sp>
        <p:nvSpPr>
          <p:cNvPr id="56323" name="Rectangle 3"/>
          <p:cNvSpPr>
            <a:spLocks noGrp="1" noChangeArrowheads="1"/>
          </p:cNvSpPr>
          <p:nvPr>
            <p:ph type="body" idx="1"/>
          </p:nvPr>
        </p:nvSpPr>
        <p:spPr/>
        <p:txBody>
          <a:bodyPr/>
          <a:lstStyle/>
          <a:p>
            <a:endParaRPr lang="en-US"/>
          </a:p>
        </p:txBody>
      </p:sp>
      <p:sp>
        <p:nvSpPr>
          <p:cNvPr id="4" name="Footer Placeholder 3"/>
          <p:cNvSpPr>
            <a:spLocks noGrp="1"/>
          </p:cNvSpPr>
          <p:nvPr>
            <p:ph type="ftr" sz="quarter" idx="10"/>
          </p:nvPr>
        </p:nvSpPr>
        <p:spPr/>
        <p:txBody>
          <a:bodyPr/>
          <a:lstStyle/>
          <a:p>
            <a:r>
              <a:rPr lang="en-US" dirty="0"/>
              <a:t>Paper Id</a:t>
            </a:r>
            <a:r>
              <a:rPr lang="en-US"/>
              <a:t>: xxx</a:t>
            </a:r>
            <a:endParaRPr lang="en-US" dirty="0"/>
          </a:p>
        </p:txBody>
      </p:sp>
    </p:spTree>
    <p:extLst>
      <p:ext uri="{BB962C8B-B14F-4D97-AF65-F5344CB8AC3E}">
        <p14:creationId xmlns:p14="http://schemas.microsoft.com/office/powerpoint/2010/main" val="612168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61094F-0A73-2450-4F20-CD0ACB1ABAA1}"/>
            </a:ext>
          </a:extLst>
        </p:cNvPr>
        <p:cNvGrpSpPr/>
        <p:nvPr/>
      </p:nvGrpSpPr>
      <p:grpSpPr>
        <a:xfrm>
          <a:off x="0" y="0"/>
          <a:ext cx="0" cy="0"/>
          <a:chOff x="0" y="0"/>
          <a:chExt cx="0" cy="0"/>
        </a:xfrm>
      </p:grpSpPr>
      <p:sp>
        <p:nvSpPr>
          <p:cNvPr id="56322" name="Rectangle 2">
            <a:extLst>
              <a:ext uri="{FF2B5EF4-FFF2-40B4-BE49-F238E27FC236}">
                <a16:creationId xmlns:a16="http://schemas.microsoft.com/office/drawing/2014/main" id="{5BE1F737-371B-64DE-2B2B-ED7D9828A08F}"/>
              </a:ext>
            </a:extLst>
          </p:cNvPr>
          <p:cNvSpPr>
            <a:spLocks noGrp="1" noRot="1" noChangeAspect="1" noChangeArrowheads="1" noTextEdit="1"/>
          </p:cNvSpPr>
          <p:nvPr>
            <p:ph type="sldImg"/>
          </p:nvPr>
        </p:nvSpPr>
        <p:spPr>
          <a:xfrm>
            <a:off x="857250" y="685800"/>
            <a:ext cx="5143500" cy="3429000"/>
          </a:xfrm>
          <a:ln/>
        </p:spPr>
      </p:sp>
      <p:sp>
        <p:nvSpPr>
          <p:cNvPr id="56323" name="Rectangle 3">
            <a:extLst>
              <a:ext uri="{FF2B5EF4-FFF2-40B4-BE49-F238E27FC236}">
                <a16:creationId xmlns:a16="http://schemas.microsoft.com/office/drawing/2014/main" id="{0F576716-B33A-B03F-1809-E27E13B96794}"/>
              </a:ext>
            </a:extLst>
          </p:cNvPr>
          <p:cNvSpPr>
            <a:spLocks noGrp="1" noChangeArrowheads="1"/>
          </p:cNvSpPr>
          <p:nvPr>
            <p:ph type="body" idx="1"/>
          </p:nvPr>
        </p:nvSpPr>
        <p:spPr/>
        <p:txBody>
          <a:bodyPr/>
          <a:lstStyle/>
          <a:p>
            <a:endParaRPr lang="en-US"/>
          </a:p>
        </p:txBody>
      </p:sp>
      <p:sp>
        <p:nvSpPr>
          <p:cNvPr id="4" name="Footer Placeholder 3">
            <a:extLst>
              <a:ext uri="{FF2B5EF4-FFF2-40B4-BE49-F238E27FC236}">
                <a16:creationId xmlns:a16="http://schemas.microsoft.com/office/drawing/2014/main" id="{DF585661-1CC0-81FD-BB04-DFA88679B165}"/>
              </a:ext>
            </a:extLst>
          </p:cNvPr>
          <p:cNvSpPr>
            <a:spLocks noGrp="1"/>
          </p:cNvSpPr>
          <p:nvPr>
            <p:ph type="ftr" sz="quarter" idx="10"/>
          </p:nvPr>
        </p:nvSpPr>
        <p:spPr/>
        <p:txBody>
          <a:bodyPr/>
          <a:lstStyle/>
          <a:p>
            <a:r>
              <a:rPr lang="en-US" dirty="0"/>
              <a:t>Paper Id</a:t>
            </a:r>
            <a:r>
              <a:rPr lang="en-US"/>
              <a:t>: xxx</a:t>
            </a:r>
            <a:endParaRPr lang="en-US" dirty="0"/>
          </a:p>
        </p:txBody>
      </p:sp>
    </p:spTree>
    <p:extLst>
      <p:ext uri="{BB962C8B-B14F-4D97-AF65-F5344CB8AC3E}">
        <p14:creationId xmlns:p14="http://schemas.microsoft.com/office/powerpoint/2010/main" val="321491654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Rot="1" noChangeAspect="1" noChangeArrowheads="1" noTextEdit="1"/>
          </p:cNvSpPr>
          <p:nvPr>
            <p:ph type="sldImg"/>
          </p:nvPr>
        </p:nvSpPr>
        <p:spPr>
          <a:xfrm>
            <a:off x="857250" y="685800"/>
            <a:ext cx="5143500" cy="3429000"/>
          </a:xfrm>
          <a:ln/>
        </p:spPr>
      </p:sp>
      <p:sp>
        <p:nvSpPr>
          <p:cNvPr id="56323" name="Rectangle 3"/>
          <p:cNvSpPr>
            <a:spLocks noGrp="1" noChangeArrowheads="1"/>
          </p:cNvSpPr>
          <p:nvPr>
            <p:ph type="body" idx="1"/>
          </p:nvPr>
        </p:nvSpPr>
        <p:spPr/>
        <p:txBody>
          <a:bodyPr/>
          <a:lstStyle/>
          <a:p>
            <a:endParaRPr lang="en-US"/>
          </a:p>
        </p:txBody>
      </p:sp>
      <p:sp>
        <p:nvSpPr>
          <p:cNvPr id="4" name="Footer Placeholder 3"/>
          <p:cNvSpPr>
            <a:spLocks noGrp="1"/>
          </p:cNvSpPr>
          <p:nvPr>
            <p:ph type="ftr" sz="quarter" idx="10"/>
          </p:nvPr>
        </p:nvSpPr>
        <p:spPr/>
        <p:txBody>
          <a:bodyPr/>
          <a:lstStyle/>
          <a:p>
            <a:r>
              <a:rPr lang="en-US" dirty="0"/>
              <a:t>Paper Id</a:t>
            </a:r>
            <a:r>
              <a:rPr lang="en-US"/>
              <a:t>: xxx</a:t>
            </a:r>
            <a:endParaRPr lang="en-US" dirty="0"/>
          </a:p>
        </p:txBody>
      </p:sp>
    </p:spTree>
    <p:extLst>
      <p:ext uri="{BB962C8B-B14F-4D97-AF65-F5344CB8AC3E}">
        <p14:creationId xmlns:p14="http://schemas.microsoft.com/office/powerpoint/2010/main" val="612168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Rot="1" noChangeAspect="1" noChangeArrowheads="1" noTextEdit="1"/>
          </p:cNvSpPr>
          <p:nvPr>
            <p:ph type="sldImg"/>
          </p:nvPr>
        </p:nvSpPr>
        <p:spPr>
          <a:xfrm>
            <a:off x="857250" y="685800"/>
            <a:ext cx="5143500" cy="3429000"/>
          </a:xfrm>
          <a:ln/>
        </p:spPr>
      </p:sp>
      <p:sp>
        <p:nvSpPr>
          <p:cNvPr id="56323" name="Rectangle 3"/>
          <p:cNvSpPr>
            <a:spLocks noGrp="1" noChangeArrowheads="1"/>
          </p:cNvSpPr>
          <p:nvPr>
            <p:ph type="body" idx="1"/>
          </p:nvPr>
        </p:nvSpPr>
        <p:spPr/>
        <p:txBody>
          <a:bodyPr/>
          <a:lstStyle/>
          <a:p>
            <a:endParaRPr lang="en-US"/>
          </a:p>
        </p:txBody>
      </p:sp>
      <p:sp>
        <p:nvSpPr>
          <p:cNvPr id="4" name="Footer Placeholder 3"/>
          <p:cNvSpPr>
            <a:spLocks noGrp="1"/>
          </p:cNvSpPr>
          <p:nvPr>
            <p:ph type="ftr" sz="quarter" idx="10"/>
          </p:nvPr>
        </p:nvSpPr>
        <p:spPr/>
        <p:txBody>
          <a:bodyPr/>
          <a:lstStyle/>
          <a:p>
            <a:r>
              <a:rPr lang="en-US" dirty="0"/>
              <a:t>Paper Id</a:t>
            </a:r>
            <a:r>
              <a:rPr lang="en-US"/>
              <a:t>: xxx</a:t>
            </a:r>
            <a:endParaRPr lang="en-US" dirty="0"/>
          </a:p>
        </p:txBody>
      </p:sp>
    </p:spTree>
    <p:extLst>
      <p:ext uri="{BB962C8B-B14F-4D97-AF65-F5344CB8AC3E}">
        <p14:creationId xmlns:p14="http://schemas.microsoft.com/office/powerpoint/2010/main" val="612168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Rot="1" noChangeAspect="1" noChangeArrowheads="1" noTextEdit="1"/>
          </p:cNvSpPr>
          <p:nvPr>
            <p:ph type="sldImg"/>
          </p:nvPr>
        </p:nvSpPr>
        <p:spPr>
          <a:xfrm>
            <a:off x="857250" y="685800"/>
            <a:ext cx="5143500" cy="3429000"/>
          </a:xfrm>
          <a:ln/>
        </p:spPr>
      </p:sp>
      <p:sp>
        <p:nvSpPr>
          <p:cNvPr id="56323" name="Rectangle 3"/>
          <p:cNvSpPr>
            <a:spLocks noGrp="1" noChangeArrowheads="1"/>
          </p:cNvSpPr>
          <p:nvPr>
            <p:ph type="body" idx="1"/>
          </p:nvPr>
        </p:nvSpPr>
        <p:spPr/>
        <p:txBody>
          <a:bodyPr/>
          <a:lstStyle/>
          <a:p>
            <a:endParaRPr lang="en-US"/>
          </a:p>
        </p:txBody>
      </p:sp>
      <p:sp>
        <p:nvSpPr>
          <p:cNvPr id="4" name="Footer Placeholder 3"/>
          <p:cNvSpPr>
            <a:spLocks noGrp="1"/>
          </p:cNvSpPr>
          <p:nvPr>
            <p:ph type="ftr" sz="quarter" idx="10"/>
          </p:nvPr>
        </p:nvSpPr>
        <p:spPr/>
        <p:txBody>
          <a:bodyPr/>
          <a:lstStyle/>
          <a:p>
            <a:r>
              <a:rPr lang="en-US" dirty="0"/>
              <a:t>Paper Id</a:t>
            </a:r>
            <a:r>
              <a:rPr lang="en-US"/>
              <a:t>: xxx</a:t>
            </a:r>
            <a:endParaRPr lang="en-US" dirty="0"/>
          </a:p>
        </p:txBody>
      </p:sp>
    </p:spTree>
    <p:extLst>
      <p:ext uri="{BB962C8B-B14F-4D97-AF65-F5344CB8AC3E}">
        <p14:creationId xmlns:p14="http://schemas.microsoft.com/office/powerpoint/2010/main" val="612168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Rot="1" noChangeAspect="1" noChangeArrowheads="1" noTextEdit="1"/>
          </p:cNvSpPr>
          <p:nvPr>
            <p:ph type="sldImg"/>
          </p:nvPr>
        </p:nvSpPr>
        <p:spPr>
          <a:xfrm>
            <a:off x="857250" y="685800"/>
            <a:ext cx="5143500" cy="3429000"/>
          </a:xfrm>
          <a:ln/>
        </p:spPr>
      </p:sp>
      <p:sp>
        <p:nvSpPr>
          <p:cNvPr id="56323" name="Rectangle 3"/>
          <p:cNvSpPr>
            <a:spLocks noGrp="1" noChangeArrowheads="1"/>
          </p:cNvSpPr>
          <p:nvPr>
            <p:ph type="body" idx="1"/>
          </p:nvPr>
        </p:nvSpPr>
        <p:spPr/>
        <p:txBody>
          <a:bodyPr/>
          <a:lstStyle/>
          <a:p>
            <a:endParaRPr lang="en-US"/>
          </a:p>
        </p:txBody>
      </p:sp>
      <p:sp>
        <p:nvSpPr>
          <p:cNvPr id="4" name="Footer Placeholder 3"/>
          <p:cNvSpPr>
            <a:spLocks noGrp="1"/>
          </p:cNvSpPr>
          <p:nvPr>
            <p:ph type="ftr" sz="quarter" idx="10"/>
          </p:nvPr>
        </p:nvSpPr>
        <p:spPr/>
        <p:txBody>
          <a:bodyPr/>
          <a:lstStyle/>
          <a:p>
            <a:r>
              <a:rPr lang="en-US" dirty="0"/>
              <a:t>Paper Id</a:t>
            </a:r>
            <a:r>
              <a:rPr lang="en-US"/>
              <a:t>: xxx</a:t>
            </a:r>
            <a:endParaRPr lang="en-US" dirty="0"/>
          </a:p>
        </p:txBody>
      </p:sp>
    </p:spTree>
    <p:extLst>
      <p:ext uri="{BB962C8B-B14F-4D97-AF65-F5344CB8AC3E}">
        <p14:creationId xmlns:p14="http://schemas.microsoft.com/office/powerpoint/2010/main" val="612168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E01074-6076-F3AE-574A-C7166194BB49}"/>
            </a:ext>
          </a:extLst>
        </p:cNvPr>
        <p:cNvGrpSpPr/>
        <p:nvPr/>
      </p:nvGrpSpPr>
      <p:grpSpPr>
        <a:xfrm>
          <a:off x="0" y="0"/>
          <a:ext cx="0" cy="0"/>
          <a:chOff x="0" y="0"/>
          <a:chExt cx="0" cy="0"/>
        </a:xfrm>
      </p:grpSpPr>
      <p:sp>
        <p:nvSpPr>
          <p:cNvPr id="56322" name="Rectangle 2">
            <a:extLst>
              <a:ext uri="{FF2B5EF4-FFF2-40B4-BE49-F238E27FC236}">
                <a16:creationId xmlns:a16="http://schemas.microsoft.com/office/drawing/2014/main" id="{74738266-F82C-67C2-21FA-053A6EB1C4B9}"/>
              </a:ext>
            </a:extLst>
          </p:cNvPr>
          <p:cNvSpPr>
            <a:spLocks noGrp="1" noRot="1" noChangeAspect="1" noChangeArrowheads="1" noTextEdit="1"/>
          </p:cNvSpPr>
          <p:nvPr>
            <p:ph type="sldImg"/>
          </p:nvPr>
        </p:nvSpPr>
        <p:spPr>
          <a:xfrm>
            <a:off x="857250" y="685800"/>
            <a:ext cx="5143500" cy="3429000"/>
          </a:xfrm>
          <a:ln/>
        </p:spPr>
      </p:sp>
      <p:sp>
        <p:nvSpPr>
          <p:cNvPr id="56323" name="Rectangle 3">
            <a:extLst>
              <a:ext uri="{FF2B5EF4-FFF2-40B4-BE49-F238E27FC236}">
                <a16:creationId xmlns:a16="http://schemas.microsoft.com/office/drawing/2014/main" id="{7A23B0EC-868C-E633-4C6A-EB89B0963A36}"/>
              </a:ext>
            </a:extLst>
          </p:cNvPr>
          <p:cNvSpPr>
            <a:spLocks noGrp="1" noChangeArrowheads="1"/>
          </p:cNvSpPr>
          <p:nvPr>
            <p:ph type="body" idx="1"/>
          </p:nvPr>
        </p:nvSpPr>
        <p:spPr/>
        <p:txBody>
          <a:bodyPr/>
          <a:lstStyle/>
          <a:p>
            <a:endParaRPr lang="en-US"/>
          </a:p>
        </p:txBody>
      </p:sp>
      <p:sp>
        <p:nvSpPr>
          <p:cNvPr id="4" name="Footer Placeholder 3">
            <a:extLst>
              <a:ext uri="{FF2B5EF4-FFF2-40B4-BE49-F238E27FC236}">
                <a16:creationId xmlns:a16="http://schemas.microsoft.com/office/drawing/2014/main" id="{F4738C5A-8EA5-8285-8373-F450508EF963}"/>
              </a:ext>
            </a:extLst>
          </p:cNvPr>
          <p:cNvSpPr>
            <a:spLocks noGrp="1"/>
          </p:cNvSpPr>
          <p:nvPr>
            <p:ph type="ftr" sz="quarter" idx="10"/>
          </p:nvPr>
        </p:nvSpPr>
        <p:spPr/>
        <p:txBody>
          <a:bodyPr/>
          <a:lstStyle/>
          <a:p>
            <a:r>
              <a:rPr lang="en-US" dirty="0"/>
              <a:t>Paper Id</a:t>
            </a:r>
            <a:r>
              <a:rPr lang="en-US"/>
              <a:t>: xxx</a:t>
            </a:r>
            <a:endParaRPr lang="en-US" dirty="0"/>
          </a:p>
        </p:txBody>
      </p:sp>
    </p:spTree>
    <p:extLst>
      <p:ext uri="{BB962C8B-B14F-4D97-AF65-F5344CB8AC3E}">
        <p14:creationId xmlns:p14="http://schemas.microsoft.com/office/powerpoint/2010/main" val="319671901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F7D40D-C606-1037-54E9-E1440AC1B803}"/>
            </a:ext>
          </a:extLst>
        </p:cNvPr>
        <p:cNvGrpSpPr/>
        <p:nvPr/>
      </p:nvGrpSpPr>
      <p:grpSpPr>
        <a:xfrm>
          <a:off x="0" y="0"/>
          <a:ext cx="0" cy="0"/>
          <a:chOff x="0" y="0"/>
          <a:chExt cx="0" cy="0"/>
        </a:xfrm>
      </p:grpSpPr>
      <p:sp>
        <p:nvSpPr>
          <p:cNvPr id="56322" name="Rectangle 2">
            <a:extLst>
              <a:ext uri="{FF2B5EF4-FFF2-40B4-BE49-F238E27FC236}">
                <a16:creationId xmlns:a16="http://schemas.microsoft.com/office/drawing/2014/main" id="{65F8EBD2-85F0-AE53-ED1C-01F75C236B24}"/>
              </a:ext>
            </a:extLst>
          </p:cNvPr>
          <p:cNvSpPr>
            <a:spLocks noGrp="1" noRot="1" noChangeAspect="1" noChangeArrowheads="1" noTextEdit="1"/>
          </p:cNvSpPr>
          <p:nvPr>
            <p:ph type="sldImg"/>
          </p:nvPr>
        </p:nvSpPr>
        <p:spPr>
          <a:xfrm>
            <a:off x="857250" y="685800"/>
            <a:ext cx="5143500" cy="3429000"/>
          </a:xfrm>
          <a:ln/>
        </p:spPr>
      </p:sp>
      <p:sp>
        <p:nvSpPr>
          <p:cNvPr id="56323" name="Rectangle 3">
            <a:extLst>
              <a:ext uri="{FF2B5EF4-FFF2-40B4-BE49-F238E27FC236}">
                <a16:creationId xmlns:a16="http://schemas.microsoft.com/office/drawing/2014/main" id="{BA4D5CA5-C044-FB69-3242-9B3B96A7F710}"/>
              </a:ext>
            </a:extLst>
          </p:cNvPr>
          <p:cNvSpPr>
            <a:spLocks noGrp="1" noChangeArrowheads="1"/>
          </p:cNvSpPr>
          <p:nvPr>
            <p:ph type="body" idx="1"/>
          </p:nvPr>
        </p:nvSpPr>
        <p:spPr/>
        <p:txBody>
          <a:bodyPr/>
          <a:lstStyle/>
          <a:p>
            <a:endParaRPr lang="en-US"/>
          </a:p>
        </p:txBody>
      </p:sp>
      <p:sp>
        <p:nvSpPr>
          <p:cNvPr id="4" name="Footer Placeholder 3">
            <a:extLst>
              <a:ext uri="{FF2B5EF4-FFF2-40B4-BE49-F238E27FC236}">
                <a16:creationId xmlns:a16="http://schemas.microsoft.com/office/drawing/2014/main" id="{E928053B-48E6-13AD-DAA5-584A39C08460}"/>
              </a:ext>
            </a:extLst>
          </p:cNvPr>
          <p:cNvSpPr>
            <a:spLocks noGrp="1"/>
          </p:cNvSpPr>
          <p:nvPr>
            <p:ph type="ftr" sz="quarter" idx="10"/>
          </p:nvPr>
        </p:nvSpPr>
        <p:spPr/>
        <p:txBody>
          <a:bodyPr/>
          <a:lstStyle/>
          <a:p>
            <a:r>
              <a:rPr lang="en-US" dirty="0"/>
              <a:t>Paper Id</a:t>
            </a:r>
            <a:r>
              <a:rPr lang="en-US"/>
              <a:t>: xxx</a:t>
            </a:r>
            <a:endParaRPr lang="en-US" dirty="0"/>
          </a:p>
        </p:txBody>
      </p:sp>
    </p:spTree>
    <p:extLst>
      <p:ext uri="{BB962C8B-B14F-4D97-AF65-F5344CB8AC3E}">
        <p14:creationId xmlns:p14="http://schemas.microsoft.com/office/powerpoint/2010/main" val="61145940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0E76E8-D390-AD71-8740-BA40230BFF15}"/>
            </a:ext>
          </a:extLst>
        </p:cNvPr>
        <p:cNvGrpSpPr/>
        <p:nvPr/>
      </p:nvGrpSpPr>
      <p:grpSpPr>
        <a:xfrm>
          <a:off x="0" y="0"/>
          <a:ext cx="0" cy="0"/>
          <a:chOff x="0" y="0"/>
          <a:chExt cx="0" cy="0"/>
        </a:xfrm>
      </p:grpSpPr>
      <p:sp>
        <p:nvSpPr>
          <p:cNvPr id="56322" name="Rectangle 2">
            <a:extLst>
              <a:ext uri="{FF2B5EF4-FFF2-40B4-BE49-F238E27FC236}">
                <a16:creationId xmlns:a16="http://schemas.microsoft.com/office/drawing/2014/main" id="{7502BBA2-352F-DED2-63D5-019A9EE501C2}"/>
              </a:ext>
            </a:extLst>
          </p:cNvPr>
          <p:cNvSpPr>
            <a:spLocks noGrp="1" noRot="1" noChangeAspect="1" noChangeArrowheads="1" noTextEdit="1"/>
          </p:cNvSpPr>
          <p:nvPr>
            <p:ph type="sldImg"/>
          </p:nvPr>
        </p:nvSpPr>
        <p:spPr>
          <a:xfrm>
            <a:off x="857250" y="685800"/>
            <a:ext cx="5143500" cy="3429000"/>
          </a:xfrm>
          <a:ln/>
        </p:spPr>
      </p:sp>
      <p:sp>
        <p:nvSpPr>
          <p:cNvPr id="56323" name="Rectangle 3">
            <a:extLst>
              <a:ext uri="{FF2B5EF4-FFF2-40B4-BE49-F238E27FC236}">
                <a16:creationId xmlns:a16="http://schemas.microsoft.com/office/drawing/2014/main" id="{CCB4AB42-D9B1-4FC2-147C-E67DDB37CF34}"/>
              </a:ext>
            </a:extLst>
          </p:cNvPr>
          <p:cNvSpPr>
            <a:spLocks noGrp="1" noChangeArrowheads="1"/>
          </p:cNvSpPr>
          <p:nvPr>
            <p:ph type="body" idx="1"/>
          </p:nvPr>
        </p:nvSpPr>
        <p:spPr/>
        <p:txBody>
          <a:bodyPr/>
          <a:lstStyle/>
          <a:p>
            <a:endParaRPr lang="en-US"/>
          </a:p>
        </p:txBody>
      </p:sp>
      <p:sp>
        <p:nvSpPr>
          <p:cNvPr id="4" name="Footer Placeholder 3">
            <a:extLst>
              <a:ext uri="{FF2B5EF4-FFF2-40B4-BE49-F238E27FC236}">
                <a16:creationId xmlns:a16="http://schemas.microsoft.com/office/drawing/2014/main" id="{1BCB4147-C1DC-BD27-76F5-50CEB64651A1}"/>
              </a:ext>
            </a:extLst>
          </p:cNvPr>
          <p:cNvSpPr>
            <a:spLocks noGrp="1"/>
          </p:cNvSpPr>
          <p:nvPr>
            <p:ph type="ftr" sz="quarter" idx="10"/>
          </p:nvPr>
        </p:nvSpPr>
        <p:spPr/>
        <p:txBody>
          <a:bodyPr/>
          <a:lstStyle/>
          <a:p>
            <a:r>
              <a:rPr lang="en-US" dirty="0"/>
              <a:t>Paper Id</a:t>
            </a:r>
            <a:r>
              <a:rPr lang="en-US"/>
              <a:t>: xxx</a:t>
            </a:r>
            <a:endParaRPr lang="en-US" dirty="0"/>
          </a:p>
        </p:txBody>
      </p:sp>
    </p:spTree>
    <p:extLst>
      <p:ext uri="{BB962C8B-B14F-4D97-AF65-F5344CB8AC3E}">
        <p14:creationId xmlns:p14="http://schemas.microsoft.com/office/powerpoint/2010/main" val="347235722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F911E2-8069-037D-C12A-97038F615C2F}"/>
            </a:ext>
          </a:extLst>
        </p:cNvPr>
        <p:cNvGrpSpPr/>
        <p:nvPr/>
      </p:nvGrpSpPr>
      <p:grpSpPr>
        <a:xfrm>
          <a:off x="0" y="0"/>
          <a:ext cx="0" cy="0"/>
          <a:chOff x="0" y="0"/>
          <a:chExt cx="0" cy="0"/>
        </a:xfrm>
      </p:grpSpPr>
      <p:sp>
        <p:nvSpPr>
          <p:cNvPr id="56322" name="Rectangle 2">
            <a:extLst>
              <a:ext uri="{FF2B5EF4-FFF2-40B4-BE49-F238E27FC236}">
                <a16:creationId xmlns:a16="http://schemas.microsoft.com/office/drawing/2014/main" id="{50D824EC-5330-A653-63CA-335030A3175B}"/>
              </a:ext>
            </a:extLst>
          </p:cNvPr>
          <p:cNvSpPr>
            <a:spLocks noGrp="1" noRot="1" noChangeAspect="1" noChangeArrowheads="1" noTextEdit="1"/>
          </p:cNvSpPr>
          <p:nvPr>
            <p:ph type="sldImg"/>
          </p:nvPr>
        </p:nvSpPr>
        <p:spPr>
          <a:xfrm>
            <a:off x="857250" y="685800"/>
            <a:ext cx="5143500" cy="3429000"/>
          </a:xfrm>
          <a:ln/>
        </p:spPr>
      </p:sp>
      <p:sp>
        <p:nvSpPr>
          <p:cNvPr id="56323" name="Rectangle 3">
            <a:extLst>
              <a:ext uri="{FF2B5EF4-FFF2-40B4-BE49-F238E27FC236}">
                <a16:creationId xmlns:a16="http://schemas.microsoft.com/office/drawing/2014/main" id="{F3966F55-D706-FEA2-5C4C-BDC95C2288ED}"/>
              </a:ext>
            </a:extLst>
          </p:cNvPr>
          <p:cNvSpPr>
            <a:spLocks noGrp="1" noChangeArrowheads="1"/>
          </p:cNvSpPr>
          <p:nvPr>
            <p:ph type="body" idx="1"/>
          </p:nvPr>
        </p:nvSpPr>
        <p:spPr/>
        <p:txBody>
          <a:bodyPr/>
          <a:lstStyle/>
          <a:p>
            <a:endParaRPr lang="en-US"/>
          </a:p>
        </p:txBody>
      </p:sp>
      <p:sp>
        <p:nvSpPr>
          <p:cNvPr id="4" name="Footer Placeholder 3">
            <a:extLst>
              <a:ext uri="{FF2B5EF4-FFF2-40B4-BE49-F238E27FC236}">
                <a16:creationId xmlns:a16="http://schemas.microsoft.com/office/drawing/2014/main" id="{AFC9261F-E94A-C688-8893-25726B93DC72}"/>
              </a:ext>
            </a:extLst>
          </p:cNvPr>
          <p:cNvSpPr>
            <a:spLocks noGrp="1"/>
          </p:cNvSpPr>
          <p:nvPr>
            <p:ph type="ftr" sz="quarter" idx="10"/>
          </p:nvPr>
        </p:nvSpPr>
        <p:spPr/>
        <p:txBody>
          <a:bodyPr/>
          <a:lstStyle/>
          <a:p>
            <a:r>
              <a:rPr lang="en-US" dirty="0"/>
              <a:t>Paper Id</a:t>
            </a:r>
            <a:r>
              <a:rPr lang="en-US"/>
              <a:t>: xxx</a:t>
            </a:r>
            <a:endParaRPr lang="en-US" dirty="0"/>
          </a:p>
        </p:txBody>
      </p:sp>
    </p:spTree>
    <p:extLst>
      <p:ext uri="{BB962C8B-B14F-4D97-AF65-F5344CB8AC3E}">
        <p14:creationId xmlns:p14="http://schemas.microsoft.com/office/powerpoint/2010/main" val="94101337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Rot="1" noChangeAspect="1" noChangeArrowheads="1" noTextEdit="1"/>
          </p:cNvSpPr>
          <p:nvPr>
            <p:ph type="sldImg"/>
          </p:nvPr>
        </p:nvSpPr>
        <p:spPr>
          <a:xfrm>
            <a:off x="857250" y="685800"/>
            <a:ext cx="5143500" cy="3429000"/>
          </a:xfrm>
          <a:ln/>
        </p:spPr>
      </p:sp>
      <p:sp>
        <p:nvSpPr>
          <p:cNvPr id="56323" name="Rectangle 3"/>
          <p:cNvSpPr>
            <a:spLocks noGrp="1" noChangeArrowheads="1"/>
          </p:cNvSpPr>
          <p:nvPr>
            <p:ph type="body" idx="1"/>
          </p:nvPr>
        </p:nvSpPr>
        <p:spPr/>
        <p:txBody>
          <a:bodyPr/>
          <a:lstStyle/>
          <a:p>
            <a:endParaRPr lang="en-US"/>
          </a:p>
        </p:txBody>
      </p:sp>
      <p:sp>
        <p:nvSpPr>
          <p:cNvPr id="4" name="Footer Placeholder 3"/>
          <p:cNvSpPr>
            <a:spLocks noGrp="1"/>
          </p:cNvSpPr>
          <p:nvPr>
            <p:ph type="ftr" sz="quarter" idx="10"/>
          </p:nvPr>
        </p:nvSpPr>
        <p:spPr/>
        <p:txBody>
          <a:bodyPr/>
          <a:lstStyle/>
          <a:p>
            <a:r>
              <a:rPr lang="en-US" dirty="0"/>
              <a:t>Paper Id</a:t>
            </a:r>
            <a:r>
              <a:rPr lang="en-US"/>
              <a:t>: xxx</a:t>
            </a:r>
            <a:endParaRPr lang="en-US" dirty="0"/>
          </a:p>
        </p:txBody>
      </p:sp>
    </p:spTree>
    <p:extLst>
      <p:ext uri="{BB962C8B-B14F-4D97-AF65-F5344CB8AC3E}">
        <p14:creationId xmlns:p14="http://schemas.microsoft.com/office/powerpoint/2010/main" val="612168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Rot="1" noChangeAspect="1" noChangeArrowheads="1" noTextEdit="1"/>
          </p:cNvSpPr>
          <p:nvPr>
            <p:ph type="sldImg"/>
          </p:nvPr>
        </p:nvSpPr>
        <p:spPr>
          <a:xfrm>
            <a:off x="857250" y="685800"/>
            <a:ext cx="5143500" cy="3429000"/>
          </a:xfrm>
          <a:ln/>
        </p:spPr>
      </p:sp>
      <p:sp>
        <p:nvSpPr>
          <p:cNvPr id="56323" name="Rectangle 3"/>
          <p:cNvSpPr>
            <a:spLocks noGrp="1" noChangeArrowheads="1"/>
          </p:cNvSpPr>
          <p:nvPr>
            <p:ph type="body" idx="1"/>
          </p:nvPr>
        </p:nvSpPr>
        <p:spPr/>
        <p:txBody>
          <a:bodyPr/>
          <a:lstStyle/>
          <a:p>
            <a:endParaRPr lang="en-US"/>
          </a:p>
        </p:txBody>
      </p:sp>
      <p:sp>
        <p:nvSpPr>
          <p:cNvPr id="4" name="Footer Placeholder 3"/>
          <p:cNvSpPr>
            <a:spLocks noGrp="1"/>
          </p:cNvSpPr>
          <p:nvPr>
            <p:ph type="ftr" sz="quarter" idx="10"/>
          </p:nvPr>
        </p:nvSpPr>
        <p:spPr/>
        <p:txBody>
          <a:bodyPr/>
          <a:lstStyle/>
          <a:p>
            <a:r>
              <a:rPr lang="en-US" dirty="0"/>
              <a:t>Paper Id</a:t>
            </a:r>
            <a:r>
              <a:rPr lang="en-US"/>
              <a:t>: xxx</a:t>
            </a:r>
            <a:endParaRPr lang="en-US" dirty="0"/>
          </a:p>
        </p:txBody>
      </p:sp>
    </p:spTree>
    <p:extLst>
      <p:ext uri="{BB962C8B-B14F-4D97-AF65-F5344CB8AC3E}">
        <p14:creationId xmlns:p14="http://schemas.microsoft.com/office/powerpoint/2010/main" val="612168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Rot="1" noChangeAspect="1" noChangeArrowheads="1" noTextEdit="1"/>
          </p:cNvSpPr>
          <p:nvPr>
            <p:ph type="sldImg"/>
          </p:nvPr>
        </p:nvSpPr>
        <p:spPr>
          <a:xfrm>
            <a:off x="857250" y="685800"/>
            <a:ext cx="5143500" cy="3429000"/>
          </a:xfrm>
          <a:ln/>
        </p:spPr>
      </p:sp>
      <p:sp>
        <p:nvSpPr>
          <p:cNvPr id="56323" name="Rectangle 3"/>
          <p:cNvSpPr>
            <a:spLocks noGrp="1" noChangeArrowheads="1"/>
          </p:cNvSpPr>
          <p:nvPr>
            <p:ph type="body" idx="1"/>
          </p:nvPr>
        </p:nvSpPr>
        <p:spPr/>
        <p:txBody>
          <a:bodyPr/>
          <a:lstStyle/>
          <a:p>
            <a:endParaRPr lang="en-US"/>
          </a:p>
        </p:txBody>
      </p:sp>
      <p:sp>
        <p:nvSpPr>
          <p:cNvPr id="4" name="Footer Placeholder 3"/>
          <p:cNvSpPr>
            <a:spLocks noGrp="1"/>
          </p:cNvSpPr>
          <p:nvPr>
            <p:ph type="ftr" sz="quarter" idx="10"/>
          </p:nvPr>
        </p:nvSpPr>
        <p:spPr/>
        <p:txBody>
          <a:bodyPr/>
          <a:lstStyle/>
          <a:p>
            <a:r>
              <a:rPr lang="en-US" dirty="0"/>
              <a:t>Paper Id</a:t>
            </a:r>
            <a:r>
              <a:rPr lang="en-US"/>
              <a:t>: xxx</a:t>
            </a:r>
            <a:endParaRPr lang="en-US" dirty="0"/>
          </a:p>
        </p:txBody>
      </p:sp>
    </p:spTree>
    <p:extLst>
      <p:ext uri="{BB962C8B-B14F-4D97-AF65-F5344CB8AC3E}">
        <p14:creationId xmlns:p14="http://schemas.microsoft.com/office/powerpoint/2010/main" val="612168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Rot="1" noChangeAspect="1" noChangeArrowheads="1" noTextEdit="1"/>
          </p:cNvSpPr>
          <p:nvPr>
            <p:ph type="sldImg"/>
          </p:nvPr>
        </p:nvSpPr>
        <p:spPr>
          <a:xfrm>
            <a:off x="857250" y="685800"/>
            <a:ext cx="5143500" cy="3429000"/>
          </a:xfrm>
          <a:ln/>
        </p:spPr>
      </p:sp>
      <p:sp>
        <p:nvSpPr>
          <p:cNvPr id="56323" name="Rectangle 3"/>
          <p:cNvSpPr>
            <a:spLocks noGrp="1" noChangeArrowheads="1"/>
          </p:cNvSpPr>
          <p:nvPr>
            <p:ph type="body" idx="1"/>
          </p:nvPr>
        </p:nvSpPr>
        <p:spPr/>
        <p:txBody>
          <a:bodyPr/>
          <a:lstStyle/>
          <a:p>
            <a:endParaRPr lang="en-US"/>
          </a:p>
        </p:txBody>
      </p:sp>
      <p:sp>
        <p:nvSpPr>
          <p:cNvPr id="4" name="Footer Placeholder 3"/>
          <p:cNvSpPr>
            <a:spLocks noGrp="1"/>
          </p:cNvSpPr>
          <p:nvPr>
            <p:ph type="ftr" sz="quarter" idx="10"/>
          </p:nvPr>
        </p:nvSpPr>
        <p:spPr/>
        <p:txBody>
          <a:bodyPr/>
          <a:lstStyle/>
          <a:p>
            <a:r>
              <a:rPr lang="en-US" dirty="0"/>
              <a:t>Paper Id</a:t>
            </a:r>
            <a:r>
              <a:rPr lang="en-US"/>
              <a:t>: xxx</a:t>
            </a:r>
            <a:endParaRPr lang="en-US" dirty="0"/>
          </a:p>
        </p:txBody>
      </p:sp>
    </p:spTree>
    <p:extLst>
      <p:ext uri="{BB962C8B-B14F-4D97-AF65-F5344CB8AC3E}">
        <p14:creationId xmlns:p14="http://schemas.microsoft.com/office/powerpoint/2010/main" val="612168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645920" y="4145280"/>
            <a:ext cx="7680960" cy="1869440"/>
          </a:xfrm>
        </p:spPr>
        <p:txBody>
          <a:bodyPr/>
          <a:lstStyle>
            <a:lvl1pPr marL="0" indent="0" algn="ctr">
              <a:buNone/>
              <a:defRPr>
                <a:solidFill>
                  <a:schemeClr val="tx1">
                    <a:tint val="75000"/>
                  </a:schemeClr>
                </a:solidFill>
              </a:defRPr>
            </a:lvl1pPr>
            <a:lvl2pPr marL="522488" indent="0" algn="ctr">
              <a:buNone/>
              <a:defRPr>
                <a:solidFill>
                  <a:schemeClr val="tx1">
                    <a:tint val="75000"/>
                  </a:schemeClr>
                </a:solidFill>
              </a:defRPr>
            </a:lvl2pPr>
            <a:lvl3pPr marL="1044976" indent="0" algn="ctr">
              <a:buNone/>
              <a:defRPr>
                <a:solidFill>
                  <a:schemeClr val="tx1">
                    <a:tint val="75000"/>
                  </a:schemeClr>
                </a:solidFill>
              </a:defRPr>
            </a:lvl3pPr>
            <a:lvl4pPr marL="1567464" indent="0" algn="ctr">
              <a:buNone/>
              <a:defRPr>
                <a:solidFill>
                  <a:schemeClr val="tx1">
                    <a:tint val="75000"/>
                  </a:schemeClr>
                </a:solidFill>
              </a:defRPr>
            </a:lvl4pPr>
            <a:lvl5pPr marL="2089953" indent="0" algn="ctr">
              <a:buNone/>
              <a:defRPr>
                <a:solidFill>
                  <a:schemeClr val="tx1">
                    <a:tint val="75000"/>
                  </a:schemeClr>
                </a:solidFill>
              </a:defRPr>
            </a:lvl5pPr>
            <a:lvl6pPr marL="2612441" indent="0" algn="ctr">
              <a:buNone/>
              <a:defRPr>
                <a:solidFill>
                  <a:schemeClr val="tx1">
                    <a:tint val="75000"/>
                  </a:schemeClr>
                </a:solidFill>
              </a:defRPr>
            </a:lvl6pPr>
            <a:lvl7pPr marL="3134929" indent="0" algn="ctr">
              <a:buNone/>
              <a:defRPr>
                <a:solidFill>
                  <a:schemeClr val="tx1">
                    <a:tint val="75000"/>
                  </a:schemeClr>
                </a:solidFill>
              </a:defRPr>
            </a:lvl7pPr>
            <a:lvl8pPr marL="3657417" indent="0" algn="ctr">
              <a:buNone/>
              <a:defRPr>
                <a:solidFill>
                  <a:schemeClr val="tx1">
                    <a:tint val="75000"/>
                  </a:schemeClr>
                </a:solidFill>
              </a:defRPr>
            </a:lvl8pPr>
            <a:lvl9pPr marL="4179905"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p>
            <a:fld id="{0BD9575B-1C71-424F-B685-24A37F9DD3AD}" type="datetime1">
              <a:rPr lang="en-US" smtClean="0"/>
              <a:t>2/9/2026</a:t>
            </a:fld>
            <a:endParaRPr lang="en-US"/>
          </a:p>
        </p:txBody>
      </p:sp>
      <p:sp>
        <p:nvSpPr>
          <p:cNvPr id="5" name="Footer Placeholder 4"/>
          <p:cNvSpPr>
            <a:spLocks noGrp="1"/>
          </p:cNvSpPr>
          <p:nvPr>
            <p:ph type="ftr" sz="quarter" idx="11"/>
          </p:nvPr>
        </p:nvSpPr>
        <p:spPr/>
        <p:txBody>
          <a:bodyPr/>
          <a:lstStyle/>
          <a:p>
            <a:r>
              <a:rPr lang="en-US" dirty="0"/>
              <a:t>Paper Id</a:t>
            </a:r>
            <a:r>
              <a:rPr lang="en-US"/>
              <a:t>; xxx;                                      </a:t>
            </a:r>
            <a:endParaRPr lang="en-US" dirty="0"/>
          </a:p>
        </p:txBody>
      </p:sp>
      <p:sp>
        <p:nvSpPr>
          <p:cNvPr id="6" name="Slide Number Placeholder 5"/>
          <p:cNvSpPr>
            <a:spLocks noGrp="1"/>
          </p:cNvSpPr>
          <p:nvPr>
            <p:ph type="sldNum" sz="quarter" idx="12"/>
          </p:nvPr>
        </p:nvSpPr>
        <p:spPr/>
        <p:txBody>
          <a:bodyPr/>
          <a:lstStyle/>
          <a:p>
            <a:fld id="{3B9CCCBF-BA4C-41C7-B4F1-0E8CB8F13AC3}" type="slidenum">
              <a:rPr lang="en-US" smtClean="0"/>
              <a:pPr/>
              <a:t>‹#›</a:t>
            </a:fld>
            <a:endParaRPr lang="en-US"/>
          </a:p>
        </p:txBody>
      </p:sp>
      <p:sp>
        <p:nvSpPr>
          <p:cNvPr id="9" name="TextBox 8"/>
          <p:cNvSpPr txBox="1"/>
          <p:nvPr userDrawn="1"/>
        </p:nvSpPr>
        <p:spPr>
          <a:xfrm rot="19433270">
            <a:off x="444050" y="2835923"/>
            <a:ext cx="9654252" cy="1475124"/>
          </a:xfrm>
          <a:prstGeom prst="rect">
            <a:avLst/>
          </a:prstGeom>
          <a:noFill/>
        </p:spPr>
        <p:txBody>
          <a:bodyPr wrap="square" lIns="104498" tIns="52249" rIns="104498" bIns="52249" rtlCol="0">
            <a:spAutoFit/>
          </a:bodyPr>
          <a:lstStyle/>
          <a:p>
            <a:pPr algn="ctr"/>
            <a:r>
              <a:rPr lang="en-US" sz="8900" dirty="0">
                <a:solidFill>
                  <a:schemeClr val="bg1">
                    <a:lumMod val="95000"/>
                  </a:schemeClr>
                </a:solidFill>
                <a:latin typeface="Times New Roman" pitchFamily="18" charset="0"/>
                <a:cs typeface="Times New Roman" pitchFamily="18" charset="0"/>
              </a:rPr>
              <a:t>ICRIET 2025</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0A3914B-FEEF-4FF6-93DE-BD70080E69BF}" type="datetime1">
              <a:rPr lang="en-US" smtClean="0"/>
              <a:t>2/9/2026</a:t>
            </a:fld>
            <a:endParaRPr lang="en-US"/>
          </a:p>
        </p:txBody>
      </p:sp>
      <p:sp>
        <p:nvSpPr>
          <p:cNvPr id="5" name="Footer Placeholder 4"/>
          <p:cNvSpPr>
            <a:spLocks noGrp="1"/>
          </p:cNvSpPr>
          <p:nvPr>
            <p:ph type="ftr" sz="quarter" idx="11"/>
          </p:nvPr>
        </p:nvSpPr>
        <p:spPr/>
        <p:txBody>
          <a:bodyPr/>
          <a:lstStyle/>
          <a:p>
            <a:r>
              <a:rPr lang="en-US" dirty="0"/>
              <a:t>Paper Id</a:t>
            </a:r>
            <a:r>
              <a:rPr lang="en-US"/>
              <a:t>; xxx;                                      </a:t>
            </a:r>
            <a:endParaRPr lang="en-US" dirty="0"/>
          </a:p>
        </p:txBody>
      </p:sp>
      <p:sp>
        <p:nvSpPr>
          <p:cNvPr id="6" name="Slide Number Placeholder 5"/>
          <p:cNvSpPr>
            <a:spLocks noGrp="1"/>
          </p:cNvSpPr>
          <p:nvPr>
            <p:ph type="sldNum" sz="quarter" idx="12"/>
          </p:nvPr>
        </p:nvSpPr>
        <p:spPr/>
        <p:txBody>
          <a:bodyPr/>
          <a:lstStyle/>
          <a:p>
            <a:fld id="{3B9CCCBF-BA4C-41C7-B4F1-0E8CB8F13AC3}"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66776" y="4700694"/>
            <a:ext cx="9326880" cy="1452880"/>
          </a:xfrm>
        </p:spPr>
        <p:txBody>
          <a:bodyPr anchor="t"/>
          <a:lstStyle>
            <a:lvl1pPr algn="l">
              <a:defRPr sz="4600" b="1" cap="all"/>
            </a:lvl1pPr>
          </a:lstStyle>
          <a:p>
            <a:r>
              <a:rPr lang="en-US"/>
              <a:t>Click to edit Master title style</a:t>
            </a:r>
          </a:p>
        </p:txBody>
      </p:sp>
      <p:sp>
        <p:nvSpPr>
          <p:cNvPr id="3" name="Text Placeholder 2"/>
          <p:cNvSpPr>
            <a:spLocks noGrp="1"/>
          </p:cNvSpPr>
          <p:nvPr>
            <p:ph type="body" idx="1"/>
          </p:nvPr>
        </p:nvSpPr>
        <p:spPr>
          <a:xfrm>
            <a:off x="866776" y="3100495"/>
            <a:ext cx="9326880" cy="1600199"/>
          </a:xfrm>
        </p:spPr>
        <p:txBody>
          <a:bodyPr anchor="b"/>
          <a:lstStyle>
            <a:lvl1pPr marL="0" indent="0">
              <a:buNone/>
              <a:defRPr sz="2300">
                <a:solidFill>
                  <a:schemeClr val="tx1">
                    <a:tint val="75000"/>
                  </a:schemeClr>
                </a:solidFill>
              </a:defRPr>
            </a:lvl1pPr>
            <a:lvl2pPr marL="522488" indent="0">
              <a:buNone/>
              <a:defRPr sz="2100">
                <a:solidFill>
                  <a:schemeClr val="tx1">
                    <a:tint val="75000"/>
                  </a:schemeClr>
                </a:solidFill>
              </a:defRPr>
            </a:lvl2pPr>
            <a:lvl3pPr marL="1044976" indent="0">
              <a:buNone/>
              <a:defRPr sz="1800">
                <a:solidFill>
                  <a:schemeClr val="tx1">
                    <a:tint val="75000"/>
                  </a:schemeClr>
                </a:solidFill>
              </a:defRPr>
            </a:lvl3pPr>
            <a:lvl4pPr marL="1567464" indent="0">
              <a:buNone/>
              <a:defRPr sz="1600">
                <a:solidFill>
                  <a:schemeClr val="tx1">
                    <a:tint val="75000"/>
                  </a:schemeClr>
                </a:solidFill>
              </a:defRPr>
            </a:lvl4pPr>
            <a:lvl5pPr marL="2089953" indent="0">
              <a:buNone/>
              <a:defRPr sz="1600">
                <a:solidFill>
                  <a:schemeClr val="tx1">
                    <a:tint val="75000"/>
                  </a:schemeClr>
                </a:solidFill>
              </a:defRPr>
            </a:lvl5pPr>
            <a:lvl6pPr marL="2612441" indent="0">
              <a:buNone/>
              <a:defRPr sz="1600">
                <a:solidFill>
                  <a:schemeClr val="tx1">
                    <a:tint val="75000"/>
                  </a:schemeClr>
                </a:solidFill>
              </a:defRPr>
            </a:lvl6pPr>
            <a:lvl7pPr marL="3134929" indent="0">
              <a:buNone/>
              <a:defRPr sz="1600">
                <a:solidFill>
                  <a:schemeClr val="tx1">
                    <a:tint val="75000"/>
                  </a:schemeClr>
                </a:solidFill>
              </a:defRPr>
            </a:lvl7pPr>
            <a:lvl8pPr marL="3657417" indent="0">
              <a:buNone/>
              <a:defRPr sz="1600">
                <a:solidFill>
                  <a:schemeClr val="tx1">
                    <a:tint val="75000"/>
                  </a:schemeClr>
                </a:solidFill>
              </a:defRPr>
            </a:lvl8pPr>
            <a:lvl9pPr marL="4179905"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B76C15A-8E6D-404B-9CDF-08800AAAD30F}" type="datetime1">
              <a:rPr lang="en-US" smtClean="0"/>
              <a:t>2/9/2026</a:t>
            </a:fld>
            <a:endParaRPr lang="en-US"/>
          </a:p>
        </p:txBody>
      </p:sp>
      <p:sp>
        <p:nvSpPr>
          <p:cNvPr id="5" name="Footer Placeholder 4"/>
          <p:cNvSpPr>
            <a:spLocks noGrp="1"/>
          </p:cNvSpPr>
          <p:nvPr>
            <p:ph type="ftr" sz="quarter" idx="11"/>
          </p:nvPr>
        </p:nvSpPr>
        <p:spPr/>
        <p:txBody>
          <a:bodyPr/>
          <a:lstStyle/>
          <a:p>
            <a:r>
              <a:rPr lang="en-US" dirty="0"/>
              <a:t>Paper Id</a:t>
            </a:r>
            <a:r>
              <a:rPr lang="en-US"/>
              <a:t>; xxx;                                      </a:t>
            </a:r>
            <a:endParaRPr lang="en-US" dirty="0"/>
          </a:p>
        </p:txBody>
      </p:sp>
      <p:sp>
        <p:nvSpPr>
          <p:cNvPr id="6" name="Slide Number Placeholder 5"/>
          <p:cNvSpPr>
            <a:spLocks noGrp="1"/>
          </p:cNvSpPr>
          <p:nvPr>
            <p:ph type="sldNum" sz="quarter" idx="12"/>
          </p:nvPr>
        </p:nvSpPr>
        <p:spPr/>
        <p:txBody>
          <a:bodyPr/>
          <a:lstStyle/>
          <a:p>
            <a:fld id="{3B9CCCBF-BA4C-41C7-B4F1-0E8CB8F13AC3}"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548640" y="1706880"/>
            <a:ext cx="4846320" cy="4827694"/>
          </a:xfrm>
        </p:spPr>
        <p:txBody>
          <a:bodyPr/>
          <a:lstStyle>
            <a:lvl1pPr>
              <a:defRPr sz="3200"/>
            </a:lvl1pPr>
            <a:lvl2pPr>
              <a:defRPr sz="2700"/>
            </a:lvl2pPr>
            <a:lvl3pPr>
              <a:defRPr sz="2300"/>
            </a:lvl3pPr>
            <a:lvl4pPr>
              <a:defRPr sz="2100"/>
            </a:lvl4pPr>
            <a:lvl5pPr>
              <a:defRPr sz="2100"/>
            </a:lvl5pPr>
            <a:lvl6pPr>
              <a:defRPr sz="2100"/>
            </a:lvl6pPr>
            <a:lvl7pPr>
              <a:defRPr sz="2100"/>
            </a:lvl7pPr>
            <a:lvl8pPr>
              <a:defRPr sz="2100"/>
            </a:lvl8pPr>
            <a:lvl9pPr>
              <a:defRPr sz="2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577840" y="1706880"/>
            <a:ext cx="4846320" cy="4827694"/>
          </a:xfrm>
        </p:spPr>
        <p:txBody>
          <a:bodyPr/>
          <a:lstStyle>
            <a:lvl1pPr>
              <a:defRPr sz="3200"/>
            </a:lvl1pPr>
            <a:lvl2pPr>
              <a:defRPr sz="2700"/>
            </a:lvl2pPr>
            <a:lvl3pPr>
              <a:defRPr sz="2300"/>
            </a:lvl3pPr>
            <a:lvl4pPr>
              <a:defRPr sz="2100"/>
            </a:lvl4pPr>
            <a:lvl5pPr>
              <a:defRPr sz="2100"/>
            </a:lvl5pPr>
            <a:lvl6pPr>
              <a:defRPr sz="2100"/>
            </a:lvl6pPr>
            <a:lvl7pPr>
              <a:defRPr sz="2100"/>
            </a:lvl7pPr>
            <a:lvl8pPr>
              <a:defRPr sz="2100"/>
            </a:lvl8pPr>
            <a:lvl9pPr>
              <a:defRPr sz="2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47675602-4830-4B47-B42A-8F07EA4154A1}" type="datetime1">
              <a:rPr lang="en-US" smtClean="0"/>
              <a:t>2/9/2026</a:t>
            </a:fld>
            <a:endParaRPr lang="en-US"/>
          </a:p>
        </p:txBody>
      </p:sp>
      <p:sp>
        <p:nvSpPr>
          <p:cNvPr id="6" name="Footer Placeholder 5"/>
          <p:cNvSpPr>
            <a:spLocks noGrp="1"/>
          </p:cNvSpPr>
          <p:nvPr>
            <p:ph type="ftr" sz="quarter" idx="11"/>
          </p:nvPr>
        </p:nvSpPr>
        <p:spPr/>
        <p:txBody>
          <a:bodyPr/>
          <a:lstStyle/>
          <a:p>
            <a:r>
              <a:rPr lang="en-US" dirty="0"/>
              <a:t>Paper Id</a:t>
            </a:r>
            <a:r>
              <a:rPr lang="en-US"/>
              <a:t>; xxx;                                      </a:t>
            </a:r>
            <a:endParaRPr lang="en-US" dirty="0"/>
          </a:p>
        </p:txBody>
      </p:sp>
      <p:sp>
        <p:nvSpPr>
          <p:cNvPr id="7" name="Slide Number Placeholder 6"/>
          <p:cNvSpPr>
            <a:spLocks noGrp="1"/>
          </p:cNvSpPr>
          <p:nvPr>
            <p:ph type="sldNum" sz="quarter" idx="12"/>
          </p:nvPr>
        </p:nvSpPr>
        <p:spPr/>
        <p:txBody>
          <a:bodyPr/>
          <a:lstStyle/>
          <a:p>
            <a:fld id="{3B9CCCBF-BA4C-41C7-B4F1-0E8CB8F13AC3}"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548640" y="1637454"/>
            <a:ext cx="4848226" cy="682413"/>
          </a:xfrm>
        </p:spPr>
        <p:txBody>
          <a:bodyPr anchor="b"/>
          <a:lstStyle>
            <a:lvl1pPr marL="0" indent="0">
              <a:buNone/>
              <a:defRPr sz="2700" b="1"/>
            </a:lvl1pPr>
            <a:lvl2pPr marL="522488" indent="0">
              <a:buNone/>
              <a:defRPr sz="2300" b="1"/>
            </a:lvl2pPr>
            <a:lvl3pPr marL="1044976" indent="0">
              <a:buNone/>
              <a:defRPr sz="2100" b="1"/>
            </a:lvl3pPr>
            <a:lvl4pPr marL="1567464" indent="0">
              <a:buNone/>
              <a:defRPr sz="1800" b="1"/>
            </a:lvl4pPr>
            <a:lvl5pPr marL="2089953" indent="0">
              <a:buNone/>
              <a:defRPr sz="1800" b="1"/>
            </a:lvl5pPr>
            <a:lvl6pPr marL="2612441" indent="0">
              <a:buNone/>
              <a:defRPr sz="1800" b="1"/>
            </a:lvl6pPr>
            <a:lvl7pPr marL="3134929" indent="0">
              <a:buNone/>
              <a:defRPr sz="1800" b="1"/>
            </a:lvl7pPr>
            <a:lvl8pPr marL="3657417" indent="0">
              <a:buNone/>
              <a:defRPr sz="1800" b="1"/>
            </a:lvl8pPr>
            <a:lvl9pPr marL="4179905" indent="0">
              <a:buNone/>
              <a:defRPr sz="1800" b="1"/>
            </a:lvl9pPr>
          </a:lstStyle>
          <a:p>
            <a:pPr lvl="0"/>
            <a:r>
              <a:rPr lang="en-US"/>
              <a:t>Click to edit Master text styles</a:t>
            </a:r>
          </a:p>
        </p:txBody>
      </p:sp>
      <p:sp>
        <p:nvSpPr>
          <p:cNvPr id="4" name="Content Placeholder 3"/>
          <p:cNvSpPr>
            <a:spLocks noGrp="1"/>
          </p:cNvSpPr>
          <p:nvPr>
            <p:ph sz="half" idx="2"/>
          </p:nvPr>
        </p:nvSpPr>
        <p:spPr>
          <a:xfrm>
            <a:off x="548640" y="2319867"/>
            <a:ext cx="4848226" cy="4214707"/>
          </a:xfrm>
        </p:spPr>
        <p:txBody>
          <a:bodyPr/>
          <a:lstStyle>
            <a:lvl1pPr>
              <a:defRPr sz="2700"/>
            </a:lvl1pPr>
            <a:lvl2pPr>
              <a:defRPr sz="2300"/>
            </a:lvl2pPr>
            <a:lvl3pPr>
              <a:defRPr sz="21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5574031" y="1637454"/>
            <a:ext cx="4850130" cy="682413"/>
          </a:xfrm>
        </p:spPr>
        <p:txBody>
          <a:bodyPr anchor="b"/>
          <a:lstStyle>
            <a:lvl1pPr marL="0" indent="0">
              <a:buNone/>
              <a:defRPr sz="2700" b="1"/>
            </a:lvl1pPr>
            <a:lvl2pPr marL="522488" indent="0">
              <a:buNone/>
              <a:defRPr sz="2300" b="1"/>
            </a:lvl2pPr>
            <a:lvl3pPr marL="1044976" indent="0">
              <a:buNone/>
              <a:defRPr sz="2100" b="1"/>
            </a:lvl3pPr>
            <a:lvl4pPr marL="1567464" indent="0">
              <a:buNone/>
              <a:defRPr sz="1800" b="1"/>
            </a:lvl4pPr>
            <a:lvl5pPr marL="2089953" indent="0">
              <a:buNone/>
              <a:defRPr sz="1800" b="1"/>
            </a:lvl5pPr>
            <a:lvl6pPr marL="2612441" indent="0">
              <a:buNone/>
              <a:defRPr sz="1800" b="1"/>
            </a:lvl6pPr>
            <a:lvl7pPr marL="3134929" indent="0">
              <a:buNone/>
              <a:defRPr sz="1800" b="1"/>
            </a:lvl7pPr>
            <a:lvl8pPr marL="3657417" indent="0">
              <a:buNone/>
              <a:defRPr sz="1800" b="1"/>
            </a:lvl8pPr>
            <a:lvl9pPr marL="4179905" indent="0">
              <a:buNone/>
              <a:defRPr sz="1800" b="1"/>
            </a:lvl9pPr>
          </a:lstStyle>
          <a:p>
            <a:pPr lvl="0"/>
            <a:r>
              <a:rPr lang="en-US"/>
              <a:t>Click to edit Master text styles</a:t>
            </a:r>
          </a:p>
        </p:txBody>
      </p:sp>
      <p:sp>
        <p:nvSpPr>
          <p:cNvPr id="6" name="Content Placeholder 5"/>
          <p:cNvSpPr>
            <a:spLocks noGrp="1"/>
          </p:cNvSpPr>
          <p:nvPr>
            <p:ph sz="quarter" idx="4"/>
          </p:nvPr>
        </p:nvSpPr>
        <p:spPr>
          <a:xfrm>
            <a:off x="5574031" y="2319867"/>
            <a:ext cx="4850130" cy="4214707"/>
          </a:xfrm>
        </p:spPr>
        <p:txBody>
          <a:bodyPr/>
          <a:lstStyle>
            <a:lvl1pPr>
              <a:defRPr sz="2700"/>
            </a:lvl1pPr>
            <a:lvl2pPr>
              <a:defRPr sz="2300"/>
            </a:lvl2pPr>
            <a:lvl3pPr>
              <a:defRPr sz="21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8BD6976-87B9-4136-98F4-430D0987666E}" type="datetime1">
              <a:rPr lang="en-US" smtClean="0"/>
              <a:t>2/9/2026</a:t>
            </a:fld>
            <a:endParaRPr lang="en-US"/>
          </a:p>
        </p:txBody>
      </p:sp>
      <p:sp>
        <p:nvSpPr>
          <p:cNvPr id="8" name="Footer Placeholder 7"/>
          <p:cNvSpPr>
            <a:spLocks noGrp="1"/>
          </p:cNvSpPr>
          <p:nvPr>
            <p:ph type="ftr" sz="quarter" idx="11"/>
          </p:nvPr>
        </p:nvSpPr>
        <p:spPr/>
        <p:txBody>
          <a:bodyPr/>
          <a:lstStyle/>
          <a:p>
            <a:r>
              <a:rPr lang="en-US" dirty="0"/>
              <a:t>Paper Id</a:t>
            </a:r>
            <a:r>
              <a:rPr lang="en-US"/>
              <a:t>; xxx;                                      </a:t>
            </a:r>
            <a:endParaRPr lang="en-US" dirty="0"/>
          </a:p>
        </p:txBody>
      </p:sp>
      <p:sp>
        <p:nvSpPr>
          <p:cNvPr id="9" name="Slide Number Placeholder 8"/>
          <p:cNvSpPr>
            <a:spLocks noGrp="1"/>
          </p:cNvSpPr>
          <p:nvPr>
            <p:ph type="sldNum" sz="quarter" idx="12"/>
          </p:nvPr>
        </p:nvSpPr>
        <p:spPr/>
        <p:txBody>
          <a:bodyPr/>
          <a:lstStyle/>
          <a:p>
            <a:fld id="{3B9CCCBF-BA4C-41C7-B4F1-0E8CB8F13AC3}"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0FEE4945-19D3-45F0-A0A2-C3E19BEB73AC}" type="datetime1">
              <a:rPr lang="en-US" smtClean="0"/>
              <a:t>2/9/2026</a:t>
            </a:fld>
            <a:endParaRPr lang="en-US"/>
          </a:p>
        </p:txBody>
      </p:sp>
      <p:sp>
        <p:nvSpPr>
          <p:cNvPr id="4" name="Footer Placeholder 3"/>
          <p:cNvSpPr>
            <a:spLocks noGrp="1"/>
          </p:cNvSpPr>
          <p:nvPr>
            <p:ph type="ftr" sz="quarter" idx="11"/>
          </p:nvPr>
        </p:nvSpPr>
        <p:spPr/>
        <p:txBody>
          <a:bodyPr/>
          <a:lstStyle/>
          <a:p>
            <a:r>
              <a:rPr lang="en-US" dirty="0"/>
              <a:t>Paper Id</a:t>
            </a:r>
            <a:r>
              <a:rPr lang="en-US"/>
              <a:t>; xxx;                                      </a:t>
            </a:r>
            <a:endParaRPr lang="en-US" dirty="0"/>
          </a:p>
        </p:txBody>
      </p:sp>
      <p:sp>
        <p:nvSpPr>
          <p:cNvPr id="5" name="Slide Number Placeholder 4"/>
          <p:cNvSpPr>
            <a:spLocks noGrp="1"/>
          </p:cNvSpPr>
          <p:nvPr>
            <p:ph type="sldNum" sz="quarter" idx="12"/>
          </p:nvPr>
        </p:nvSpPr>
        <p:spPr/>
        <p:txBody>
          <a:bodyPr/>
          <a:lstStyle/>
          <a:p>
            <a:fld id="{3B9CCCBF-BA4C-41C7-B4F1-0E8CB8F13AC3}"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38844A5-DFA6-42F8-8D8B-5A94D1F1714D}" type="datetime1">
              <a:rPr lang="en-US" smtClean="0"/>
              <a:t>2/9/2026</a:t>
            </a:fld>
            <a:endParaRPr lang="en-US"/>
          </a:p>
        </p:txBody>
      </p:sp>
      <p:sp>
        <p:nvSpPr>
          <p:cNvPr id="3" name="Footer Placeholder 2"/>
          <p:cNvSpPr>
            <a:spLocks noGrp="1"/>
          </p:cNvSpPr>
          <p:nvPr>
            <p:ph type="ftr" sz="quarter" idx="11"/>
          </p:nvPr>
        </p:nvSpPr>
        <p:spPr/>
        <p:txBody>
          <a:bodyPr/>
          <a:lstStyle/>
          <a:p>
            <a:r>
              <a:rPr lang="en-US" dirty="0"/>
              <a:t>Paper Id</a:t>
            </a:r>
            <a:r>
              <a:rPr lang="en-US"/>
              <a:t>; xxx;                                      </a:t>
            </a:r>
            <a:endParaRPr lang="en-US" dirty="0"/>
          </a:p>
        </p:txBody>
      </p:sp>
      <p:sp>
        <p:nvSpPr>
          <p:cNvPr id="4" name="Slide Number Placeholder 3"/>
          <p:cNvSpPr>
            <a:spLocks noGrp="1"/>
          </p:cNvSpPr>
          <p:nvPr>
            <p:ph type="sldNum" sz="quarter" idx="12"/>
          </p:nvPr>
        </p:nvSpPr>
        <p:spPr/>
        <p:txBody>
          <a:bodyPr/>
          <a:lstStyle/>
          <a:p>
            <a:fld id="{3B9CCCBF-BA4C-41C7-B4F1-0E8CB8F13AC3}"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48640" y="291253"/>
            <a:ext cx="3609976" cy="1239520"/>
          </a:xfrm>
        </p:spPr>
        <p:txBody>
          <a:bodyPr anchor="b"/>
          <a:lstStyle>
            <a:lvl1pPr algn="l">
              <a:defRPr sz="2300" b="1"/>
            </a:lvl1pPr>
          </a:lstStyle>
          <a:p>
            <a:r>
              <a:rPr lang="en-US"/>
              <a:t>Click to edit Master title style</a:t>
            </a:r>
          </a:p>
        </p:txBody>
      </p:sp>
      <p:sp>
        <p:nvSpPr>
          <p:cNvPr id="3" name="Content Placeholder 2"/>
          <p:cNvSpPr>
            <a:spLocks noGrp="1"/>
          </p:cNvSpPr>
          <p:nvPr>
            <p:ph idx="1"/>
          </p:nvPr>
        </p:nvSpPr>
        <p:spPr>
          <a:xfrm>
            <a:off x="4290060" y="291254"/>
            <a:ext cx="6134100" cy="6243321"/>
          </a:xfrm>
        </p:spPr>
        <p:txBody>
          <a:bodyPr/>
          <a:lstStyle>
            <a:lvl1pPr>
              <a:defRPr sz="3700"/>
            </a:lvl1pPr>
            <a:lvl2pPr>
              <a:defRPr sz="3200"/>
            </a:lvl2pPr>
            <a:lvl3pPr>
              <a:defRPr sz="2700"/>
            </a:lvl3pPr>
            <a:lvl4pPr>
              <a:defRPr sz="2300"/>
            </a:lvl4pPr>
            <a:lvl5pPr>
              <a:defRPr sz="2300"/>
            </a:lvl5pPr>
            <a:lvl6pPr>
              <a:defRPr sz="2300"/>
            </a:lvl6pPr>
            <a:lvl7pPr>
              <a:defRPr sz="2300"/>
            </a:lvl7pPr>
            <a:lvl8pPr>
              <a:defRPr sz="2300"/>
            </a:lvl8pPr>
            <a:lvl9pPr>
              <a:defRPr sz="2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548640" y="1530774"/>
            <a:ext cx="3609976" cy="5003801"/>
          </a:xfrm>
        </p:spPr>
        <p:txBody>
          <a:bodyPr/>
          <a:lstStyle>
            <a:lvl1pPr marL="0" indent="0">
              <a:buNone/>
              <a:defRPr sz="1600"/>
            </a:lvl1pPr>
            <a:lvl2pPr marL="522488" indent="0">
              <a:buNone/>
              <a:defRPr sz="1400"/>
            </a:lvl2pPr>
            <a:lvl3pPr marL="1044976" indent="0">
              <a:buNone/>
              <a:defRPr sz="1100"/>
            </a:lvl3pPr>
            <a:lvl4pPr marL="1567464" indent="0">
              <a:buNone/>
              <a:defRPr sz="1000"/>
            </a:lvl4pPr>
            <a:lvl5pPr marL="2089953" indent="0">
              <a:buNone/>
              <a:defRPr sz="1000"/>
            </a:lvl5pPr>
            <a:lvl6pPr marL="2612441" indent="0">
              <a:buNone/>
              <a:defRPr sz="1000"/>
            </a:lvl6pPr>
            <a:lvl7pPr marL="3134929" indent="0">
              <a:buNone/>
              <a:defRPr sz="1000"/>
            </a:lvl7pPr>
            <a:lvl8pPr marL="3657417" indent="0">
              <a:buNone/>
              <a:defRPr sz="1000"/>
            </a:lvl8pPr>
            <a:lvl9pPr marL="4179905"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A84F0BF-840B-467C-917B-9A112B4F1CA0}" type="datetime1">
              <a:rPr lang="en-US" smtClean="0"/>
              <a:t>2/9/2026</a:t>
            </a:fld>
            <a:endParaRPr lang="en-US"/>
          </a:p>
        </p:txBody>
      </p:sp>
      <p:sp>
        <p:nvSpPr>
          <p:cNvPr id="6" name="Footer Placeholder 5"/>
          <p:cNvSpPr>
            <a:spLocks noGrp="1"/>
          </p:cNvSpPr>
          <p:nvPr>
            <p:ph type="ftr" sz="quarter" idx="11"/>
          </p:nvPr>
        </p:nvSpPr>
        <p:spPr/>
        <p:txBody>
          <a:bodyPr/>
          <a:lstStyle/>
          <a:p>
            <a:r>
              <a:rPr lang="en-US" dirty="0"/>
              <a:t>Paper Id</a:t>
            </a:r>
            <a:r>
              <a:rPr lang="en-US"/>
              <a:t>; xxx;                                      </a:t>
            </a:r>
            <a:endParaRPr lang="en-US" dirty="0"/>
          </a:p>
        </p:txBody>
      </p:sp>
      <p:sp>
        <p:nvSpPr>
          <p:cNvPr id="7" name="Slide Number Placeholder 6"/>
          <p:cNvSpPr>
            <a:spLocks noGrp="1"/>
          </p:cNvSpPr>
          <p:nvPr>
            <p:ph type="sldNum" sz="quarter" idx="12"/>
          </p:nvPr>
        </p:nvSpPr>
        <p:spPr/>
        <p:txBody>
          <a:bodyPr/>
          <a:lstStyle/>
          <a:p>
            <a:fld id="{3B9CCCBF-BA4C-41C7-B4F1-0E8CB8F13AC3}"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150746" y="5120640"/>
            <a:ext cx="6583680" cy="604521"/>
          </a:xfrm>
        </p:spPr>
        <p:txBody>
          <a:bodyPr anchor="b"/>
          <a:lstStyle>
            <a:lvl1pPr algn="l">
              <a:defRPr sz="2300" b="1"/>
            </a:lvl1pPr>
          </a:lstStyle>
          <a:p>
            <a:r>
              <a:rPr lang="en-US"/>
              <a:t>Click to edit Master title style</a:t>
            </a:r>
          </a:p>
        </p:txBody>
      </p:sp>
      <p:sp>
        <p:nvSpPr>
          <p:cNvPr id="3" name="Picture Placeholder 2"/>
          <p:cNvSpPr>
            <a:spLocks noGrp="1"/>
          </p:cNvSpPr>
          <p:nvPr>
            <p:ph type="pic" idx="1"/>
          </p:nvPr>
        </p:nvSpPr>
        <p:spPr>
          <a:xfrm>
            <a:off x="2150746" y="653627"/>
            <a:ext cx="6583680" cy="4389120"/>
          </a:xfrm>
        </p:spPr>
        <p:txBody>
          <a:bodyPr/>
          <a:lstStyle>
            <a:lvl1pPr marL="0" indent="0">
              <a:buNone/>
              <a:defRPr sz="3700"/>
            </a:lvl1pPr>
            <a:lvl2pPr marL="522488" indent="0">
              <a:buNone/>
              <a:defRPr sz="3200"/>
            </a:lvl2pPr>
            <a:lvl3pPr marL="1044976" indent="0">
              <a:buNone/>
              <a:defRPr sz="2700"/>
            </a:lvl3pPr>
            <a:lvl4pPr marL="1567464" indent="0">
              <a:buNone/>
              <a:defRPr sz="2300"/>
            </a:lvl4pPr>
            <a:lvl5pPr marL="2089953" indent="0">
              <a:buNone/>
              <a:defRPr sz="2300"/>
            </a:lvl5pPr>
            <a:lvl6pPr marL="2612441" indent="0">
              <a:buNone/>
              <a:defRPr sz="2300"/>
            </a:lvl6pPr>
            <a:lvl7pPr marL="3134929" indent="0">
              <a:buNone/>
              <a:defRPr sz="2300"/>
            </a:lvl7pPr>
            <a:lvl8pPr marL="3657417" indent="0">
              <a:buNone/>
              <a:defRPr sz="2300"/>
            </a:lvl8pPr>
            <a:lvl9pPr marL="4179905" indent="0">
              <a:buNone/>
              <a:defRPr sz="2300"/>
            </a:lvl9pPr>
          </a:lstStyle>
          <a:p>
            <a:endParaRPr lang="en-US"/>
          </a:p>
        </p:txBody>
      </p:sp>
      <p:sp>
        <p:nvSpPr>
          <p:cNvPr id="4" name="Text Placeholder 3"/>
          <p:cNvSpPr>
            <a:spLocks noGrp="1"/>
          </p:cNvSpPr>
          <p:nvPr>
            <p:ph type="body" sz="half" idx="2"/>
          </p:nvPr>
        </p:nvSpPr>
        <p:spPr>
          <a:xfrm>
            <a:off x="2150746" y="5725161"/>
            <a:ext cx="6583680" cy="858519"/>
          </a:xfrm>
        </p:spPr>
        <p:txBody>
          <a:bodyPr/>
          <a:lstStyle>
            <a:lvl1pPr marL="0" indent="0">
              <a:buNone/>
              <a:defRPr sz="1600"/>
            </a:lvl1pPr>
            <a:lvl2pPr marL="522488" indent="0">
              <a:buNone/>
              <a:defRPr sz="1400"/>
            </a:lvl2pPr>
            <a:lvl3pPr marL="1044976" indent="0">
              <a:buNone/>
              <a:defRPr sz="1100"/>
            </a:lvl3pPr>
            <a:lvl4pPr marL="1567464" indent="0">
              <a:buNone/>
              <a:defRPr sz="1000"/>
            </a:lvl4pPr>
            <a:lvl5pPr marL="2089953" indent="0">
              <a:buNone/>
              <a:defRPr sz="1000"/>
            </a:lvl5pPr>
            <a:lvl6pPr marL="2612441" indent="0">
              <a:buNone/>
              <a:defRPr sz="1000"/>
            </a:lvl6pPr>
            <a:lvl7pPr marL="3134929" indent="0">
              <a:buNone/>
              <a:defRPr sz="1000"/>
            </a:lvl7pPr>
            <a:lvl8pPr marL="3657417" indent="0">
              <a:buNone/>
              <a:defRPr sz="1000"/>
            </a:lvl8pPr>
            <a:lvl9pPr marL="4179905"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FA9A1AA-34DD-4337-A5E8-22C38C786029}" type="datetime1">
              <a:rPr lang="en-US" smtClean="0"/>
              <a:t>2/9/2026</a:t>
            </a:fld>
            <a:endParaRPr lang="en-US"/>
          </a:p>
        </p:txBody>
      </p:sp>
      <p:sp>
        <p:nvSpPr>
          <p:cNvPr id="6" name="Footer Placeholder 5"/>
          <p:cNvSpPr>
            <a:spLocks noGrp="1"/>
          </p:cNvSpPr>
          <p:nvPr>
            <p:ph type="ftr" sz="quarter" idx="11"/>
          </p:nvPr>
        </p:nvSpPr>
        <p:spPr/>
        <p:txBody>
          <a:bodyPr/>
          <a:lstStyle/>
          <a:p>
            <a:r>
              <a:rPr lang="en-US" dirty="0"/>
              <a:t>Paper Id</a:t>
            </a:r>
            <a:r>
              <a:rPr lang="en-US"/>
              <a:t>; xxx;                                      </a:t>
            </a:r>
            <a:endParaRPr lang="en-US" dirty="0"/>
          </a:p>
        </p:txBody>
      </p:sp>
      <p:sp>
        <p:nvSpPr>
          <p:cNvPr id="7" name="Slide Number Placeholder 6"/>
          <p:cNvSpPr>
            <a:spLocks noGrp="1"/>
          </p:cNvSpPr>
          <p:nvPr>
            <p:ph type="sldNum" sz="quarter" idx="12"/>
          </p:nvPr>
        </p:nvSpPr>
        <p:spPr/>
        <p:txBody>
          <a:bodyPr/>
          <a:lstStyle/>
          <a:p>
            <a:fld id="{3B9CCCBF-BA4C-41C7-B4F1-0E8CB8F13AC3}"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9921909-EA43-46CE-968E-F3C3F761404F}" type="datetime1">
              <a:rPr lang="en-US" smtClean="0"/>
              <a:t>2/9/2026</a:t>
            </a:fld>
            <a:endParaRPr lang="en-US"/>
          </a:p>
        </p:txBody>
      </p:sp>
      <p:sp>
        <p:nvSpPr>
          <p:cNvPr id="5" name="Footer Placeholder 4"/>
          <p:cNvSpPr>
            <a:spLocks noGrp="1"/>
          </p:cNvSpPr>
          <p:nvPr>
            <p:ph type="ftr" sz="quarter" idx="11"/>
          </p:nvPr>
        </p:nvSpPr>
        <p:spPr/>
        <p:txBody>
          <a:bodyPr/>
          <a:lstStyle/>
          <a:p>
            <a:r>
              <a:rPr lang="en-US" dirty="0"/>
              <a:t>Paper Id</a:t>
            </a:r>
            <a:r>
              <a:rPr lang="en-US"/>
              <a:t>; xxx;                                      </a:t>
            </a:r>
            <a:endParaRPr lang="en-US" dirty="0"/>
          </a:p>
        </p:txBody>
      </p:sp>
      <p:sp>
        <p:nvSpPr>
          <p:cNvPr id="6" name="Slide Number Placeholder 5"/>
          <p:cNvSpPr>
            <a:spLocks noGrp="1"/>
          </p:cNvSpPr>
          <p:nvPr>
            <p:ph type="sldNum" sz="quarter" idx="12"/>
          </p:nvPr>
        </p:nvSpPr>
        <p:spPr/>
        <p:txBody>
          <a:bodyPr/>
          <a:lstStyle/>
          <a:p>
            <a:fld id="{3B9CCCBF-BA4C-41C7-B4F1-0E8CB8F13AC3}"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55280" y="292948"/>
            <a:ext cx="2468880" cy="6241627"/>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548640" y="292948"/>
            <a:ext cx="7223760" cy="624162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FD52FCF-5DBA-4B35-88F1-D68A1ABACB9F}" type="datetime1">
              <a:rPr lang="en-US" smtClean="0"/>
              <a:t>2/9/2026</a:t>
            </a:fld>
            <a:endParaRPr lang="en-US"/>
          </a:p>
        </p:txBody>
      </p:sp>
      <p:sp>
        <p:nvSpPr>
          <p:cNvPr id="5" name="Footer Placeholder 4"/>
          <p:cNvSpPr>
            <a:spLocks noGrp="1"/>
          </p:cNvSpPr>
          <p:nvPr>
            <p:ph type="ftr" sz="quarter" idx="11"/>
          </p:nvPr>
        </p:nvSpPr>
        <p:spPr/>
        <p:txBody>
          <a:bodyPr/>
          <a:lstStyle/>
          <a:p>
            <a:r>
              <a:rPr lang="en-US" dirty="0"/>
              <a:t>Paper Id</a:t>
            </a:r>
            <a:r>
              <a:rPr lang="en-US"/>
              <a:t>; xxx;                                      </a:t>
            </a:r>
            <a:endParaRPr lang="en-US" dirty="0"/>
          </a:p>
        </p:txBody>
      </p:sp>
      <p:sp>
        <p:nvSpPr>
          <p:cNvPr id="6" name="Slide Number Placeholder 5"/>
          <p:cNvSpPr>
            <a:spLocks noGrp="1"/>
          </p:cNvSpPr>
          <p:nvPr>
            <p:ph type="sldNum" sz="quarter" idx="12"/>
          </p:nvPr>
        </p:nvSpPr>
        <p:spPr/>
        <p:txBody>
          <a:bodyPr/>
          <a:lstStyle/>
          <a:p>
            <a:fld id="{3B9CCCBF-BA4C-41C7-B4F1-0E8CB8F13AC3}"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2_Fill Image">
    <p:spTree>
      <p:nvGrpSpPr>
        <p:cNvPr id="1" name=""/>
        <p:cNvGrpSpPr/>
        <p:nvPr/>
      </p:nvGrpSpPr>
      <p:grpSpPr>
        <a:xfrm>
          <a:off x="0" y="0"/>
          <a:ext cx="0" cy="0"/>
          <a:chOff x="0" y="0"/>
          <a:chExt cx="0" cy="0"/>
        </a:xfrm>
      </p:grpSpPr>
      <p:sp>
        <p:nvSpPr>
          <p:cNvPr id="3" name="TextBox 2"/>
          <p:cNvSpPr txBox="1"/>
          <p:nvPr userDrawn="1"/>
        </p:nvSpPr>
        <p:spPr>
          <a:xfrm rot="19474001">
            <a:off x="434656" y="2623353"/>
            <a:ext cx="9874709" cy="1505902"/>
          </a:xfrm>
          <a:prstGeom prst="rect">
            <a:avLst/>
          </a:prstGeom>
          <a:noFill/>
        </p:spPr>
        <p:txBody>
          <a:bodyPr wrap="square" lIns="104498" tIns="52249" rIns="104498" bIns="52249" rtlCol="0">
            <a:spAutoFit/>
          </a:bodyPr>
          <a:lstStyle/>
          <a:p>
            <a:pPr algn="ctr"/>
            <a:r>
              <a:rPr lang="en-US" sz="9100" dirty="0">
                <a:solidFill>
                  <a:srgbClr val="E4EDF8"/>
                </a:solidFill>
                <a:latin typeface="Times New Roman" pitchFamily="18" charset="0"/>
                <a:cs typeface="Times New Roman" pitchFamily="18" charset="0"/>
              </a:rPr>
              <a:t>ICRIET 2025</a:t>
            </a:r>
          </a:p>
        </p:txBody>
      </p:sp>
    </p:spTree>
    <p:extLst>
      <p:ext uri="{BB962C8B-B14F-4D97-AF65-F5344CB8AC3E}">
        <p14:creationId xmlns:p14="http://schemas.microsoft.com/office/powerpoint/2010/main" val="208373861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822960" y="2272454"/>
            <a:ext cx="9326880" cy="1568027"/>
          </a:xfrm>
        </p:spPr>
        <p:txBody>
          <a:bodyPr/>
          <a:lstStyle/>
          <a:p>
            <a:r>
              <a:rPr lang="en-US"/>
              <a:t>Click to edit Master title style</a:t>
            </a:r>
          </a:p>
        </p:txBody>
      </p:sp>
      <p:sp>
        <p:nvSpPr>
          <p:cNvPr id="3" name="Subtitle 2"/>
          <p:cNvSpPr>
            <a:spLocks noGrp="1"/>
          </p:cNvSpPr>
          <p:nvPr>
            <p:ph type="subTitle" idx="1"/>
          </p:nvPr>
        </p:nvSpPr>
        <p:spPr>
          <a:xfrm>
            <a:off x="1645920" y="4145280"/>
            <a:ext cx="7680960" cy="1869440"/>
          </a:xfrm>
        </p:spPr>
        <p:txBody>
          <a:bodyPr/>
          <a:lstStyle>
            <a:lvl1pPr marL="0" indent="0" algn="ctr">
              <a:buNone/>
              <a:defRPr>
                <a:solidFill>
                  <a:schemeClr val="tx1">
                    <a:tint val="75000"/>
                  </a:schemeClr>
                </a:solidFill>
              </a:defRPr>
            </a:lvl1pPr>
            <a:lvl2pPr marL="522488" indent="0" algn="ctr">
              <a:buNone/>
              <a:defRPr>
                <a:solidFill>
                  <a:schemeClr val="tx1">
                    <a:tint val="75000"/>
                  </a:schemeClr>
                </a:solidFill>
              </a:defRPr>
            </a:lvl2pPr>
            <a:lvl3pPr marL="1044976" indent="0" algn="ctr">
              <a:buNone/>
              <a:defRPr>
                <a:solidFill>
                  <a:schemeClr val="tx1">
                    <a:tint val="75000"/>
                  </a:schemeClr>
                </a:solidFill>
              </a:defRPr>
            </a:lvl3pPr>
            <a:lvl4pPr marL="1567464" indent="0" algn="ctr">
              <a:buNone/>
              <a:defRPr>
                <a:solidFill>
                  <a:schemeClr val="tx1">
                    <a:tint val="75000"/>
                  </a:schemeClr>
                </a:solidFill>
              </a:defRPr>
            </a:lvl4pPr>
            <a:lvl5pPr marL="2089953" indent="0" algn="ctr">
              <a:buNone/>
              <a:defRPr>
                <a:solidFill>
                  <a:schemeClr val="tx1">
                    <a:tint val="75000"/>
                  </a:schemeClr>
                </a:solidFill>
              </a:defRPr>
            </a:lvl5pPr>
            <a:lvl6pPr marL="2612441" indent="0" algn="ctr">
              <a:buNone/>
              <a:defRPr>
                <a:solidFill>
                  <a:schemeClr val="tx1">
                    <a:tint val="75000"/>
                  </a:schemeClr>
                </a:solidFill>
              </a:defRPr>
            </a:lvl6pPr>
            <a:lvl7pPr marL="3134929" indent="0" algn="ctr">
              <a:buNone/>
              <a:defRPr>
                <a:solidFill>
                  <a:schemeClr val="tx1">
                    <a:tint val="75000"/>
                  </a:schemeClr>
                </a:solidFill>
              </a:defRPr>
            </a:lvl7pPr>
            <a:lvl8pPr marL="3657417" indent="0" algn="ctr">
              <a:buNone/>
              <a:defRPr>
                <a:solidFill>
                  <a:schemeClr val="tx1">
                    <a:tint val="75000"/>
                  </a:schemeClr>
                </a:solidFill>
              </a:defRPr>
            </a:lvl8pPr>
            <a:lvl9pPr marL="4179905"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65D9FE8D-A70A-4B25-B623-8E82463DE7F0}" type="datetime1">
              <a:rPr lang="en-US" smtClean="0"/>
              <a:t>2/9/2026</a:t>
            </a:fld>
            <a:endParaRPr lang="en-US"/>
          </a:p>
        </p:txBody>
      </p:sp>
      <p:sp>
        <p:nvSpPr>
          <p:cNvPr id="5" name="Footer Placeholder 4"/>
          <p:cNvSpPr>
            <a:spLocks noGrp="1"/>
          </p:cNvSpPr>
          <p:nvPr>
            <p:ph type="ftr" sz="quarter" idx="11"/>
          </p:nvPr>
        </p:nvSpPr>
        <p:spPr/>
        <p:txBody>
          <a:bodyPr/>
          <a:lstStyle/>
          <a:p>
            <a:r>
              <a:rPr lang="en-US" dirty="0"/>
              <a:t>Paper Id</a:t>
            </a:r>
            <a:r>
              <a:rPr lang="en-US"/>
              <a:t>; xxx;                                      </a:t>
            </a:r>
            <a:endParaRPr lang="en-US" dirty="0"/>
          </a:p>
        </p:txBody>
      </p:sp>
      <p:sp>
        <p:nvSpPr>
          <p:cNvPr id="6" name="Slide Number Placeholder 5"/>
          <p:cNvSpPr>
            <a:spLocks noGrp="1"/>
          </p:cNvSpPr>
          <p:nvPr>
            <p:ph type="sldNum" sz="quarter" idx="12"/>
          </p:nvPr>
        </p:nvSpPr>
        <p:spPr/>
        <p:txBody>
          <a:bodyPr/>
          <a:lstStyle/>
          <a:p>
            <a:fld id="{9207AE1A-C4D9-4E97-BABA-93F986C29736}" type="slidenum">
              <a:rPr lang="en-US" smtClean="0"/>
              <a:pPr/>
              <a:t>‹#›</a:t>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F6E6791-8F44-43B9-BBEE-5055F1B47A21}" type="datetime1">
              <a:rPr lang="en-US" smtClean="0"/>
              <a:t>2/9/2026</a:t>
            </a:fld>
            <a:endParaRPr lang="en-US"/>
          </a:p>
        </p:txBody>
      </p:sp>
      <p:sp>
        <p:nvSpPr>
          <p:cNvPr id="5" name="Footer Placeholder 4"/>
          <p:cNvSpPr>
            <a:spLocks noGrp="1"/>
          </p:cNvSpPr>
          <p:nvPr>
            <p:ph type="ftr" sz="quarter" idx="11"/>
          </p:nvPr>
        </p:nvSpPr>
        <p:spPr/>
        <p:txBody>
          <a:bodyPr/>
          <a:lstStyle/>
          <a:p>
            <a:r>
              <a:rPr lang="en-US" dirty="0"/>
              <a:t>Paper Id</a:t>
            </a:r>
            <a:r>
              <a:rPr lang="en-US"/>
              <a:t>; xxx;                                      </a:t>
            </a:r>
            <a:endParaRPr lang="en-US" dirty="0"/>
          </a:p>
        </p:txBody>
      </p:sp>
      <p:sp>
        <p:nvSpPr>
          <p:cNvPr id="6" name="Slide Number Placeholder 5"/>
          <p:cNvSpPr>
            <a:spLocks noGrp="1"/>
          </p:cNvSpPr>
          <p:nvPr>
            <p:ph type="sldNum" sz="quarter" idx="12"/>
          </p:nvPr>
        </p:nvSpPr>
        <p:spPr/>
        <p:txBody>
          <a:bodyPr/>
          <a:lstStyle/>
          <a:p>
            <a:fld id="{9207AE1A-C4D9-4E97-BABA-93F986C29736}" type="slidenum">
              <a:rPr lang="en-US" smtClean="0"/>
              <a:pPr/>
              <a:t>‹#›</a:t>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66776" y="4700694"/>
            <a:ext cx="9326880" cy="1452880"/>
          </a:xfrm>
        </p:spPr>
        <p:txBody>
          <a:bodyPr anchor="t"/>
          <a:lstStyle>
            <a:lvl1pPr algn="l">
              <a:defRPr sz="4600" b="1" cap="all"/>
            </a:lvl1pPr>
          </a:lstStyle>
          <a:p>
            <a:r>
              <a:rPr lang="en-US"/>
              <a:t>Click to edit Master title style</a:t>
            </a:r>
          </a:p>
        </p:txBody>
      </p:sp>
      <p:sp>
        <p:nvSpPr>
          <p:cNvPr id="3" name="Text Placeholder 2"/>
          <p:cNvSpPr>
            <a:spLocks noGrp="1"/>
          </p:cNvSpPr>
          <p:nvPr>
            <p:ph type="body" idx="1"/>
          </p:nvPr>
        </p:nvSpPr>
        <p:spPr>
          <a:xfrm>
            <a:off x="866776" y="3100495"/>
            <a:ext cx="9326880" cy="1600199"/>
          </a:xfrm>
        </p:spPr>
        <p:txBody>
          <a:bodyPr anchor="b"/>
          <a:lstStyle>
            <a:lvl1pPr marL="0" indent="0">
              <a:buNone/>
              <a:defRPr sz="2300">
                <a:solidFill>
                  <a:schemeClr val="tx1">
                    <a:tint val="75000"/>
                  </a:schemeClr>
                </a:solidFill>
              </a:defRPr>
            </a:lvl1pPr>
            <a:lvl2pPr marL="522488" indent="0">
              <a:buNone/>
              <a:defRPr sz="2100">
                <a:solidFill>
                  <a:schemeClr val="tx1">
                    <a:tint val="75000"/>
                  </a:schemeClr>
                </a:solidFill>
              </a:defRPr>
            </a:lvl2pPr>
            <a:lvl3pPr marL="1044976" indent="0">
              <a:buNone/>
              <a:defRPr sz="1800">
                <a:solidFill>
                  <a:schemeClr val="tx1">
                    <a:tint val="75000"/>
                  </a:schemeClr>
                </a:solidFill>
              </a:defRPr>
            </a:lvl3pPr>
            <a:lvl4pPr marL="1567464" indent="0">
              <a:buNone/>
              <a:defRPr sz="1600">
                <a:solidFill>
                  <a:schemeClr val="tx1">
                    <a:tint val="75000"/>
                  </a:schemeClr>
                </a:solidFill>
              </a:defRPr>
            </a:lvl4pPr>
            <a:lvl5pPr marL="2089953" indent="0">
              <a:buNone/>
              <a:defRPr sz="1600">
                <a:solidFill>
                  <a:schemeClr val="tx1">
                    <a:tint val="75000"/>
                  </a:schemeClr>
                </a:solidFill>
              </a:defRPr>
            </a:lvl5pPr>
            <a:lvl6pPr marL="2612441" indent="0">
              <a:buNone/>
              <a:defRPr sz="1600">
                <a:solidFill>
                  <a:schemeClr val="tx1">
                    <a:tint val="75000"/>
                  </a:schemeClr>
                </a:solidFill>
              </a:defRPr>
            </a:lvl6pPr>
            <a:lvl7pPr marL="3134929" indent="0">
              <a:buNone/>
              <a:defRPr sz="1600">
                <a:solidFill>
                  <a:schemeClr val="tx1">
                    <a:tint val="75000"/>
                  </a:schemeClr>
                </a:solidFill>
              </a:defRPr>
            </a:lvl7pPr>
            <a:lvl8pPr marL="3657417" indent="0">
              <a:buNone/>
              <a:defRPr sz="1600">
                <a:solidFill>
                  <a:schemeClr val="tx1">
                    <a:tint val="75000"/>
                  </a:schemeClr>
                </a:solidFill>
              </a:defRPr>
            </a:lvl8pPr>
            <a:lvl9pPr marL="4179905"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887C558-571F-45BE-942C-4EF80467E9C0}" type="datetime1">
              <a:rPr lang="en-US" smtClean="0"/>
              <a:t>2/9/2026</a:t>
            </a:fld>
            <a:endParaRPr lang="en-US"/>
          </a:p>
        </p:txBody>
      </p:sp>
      <p:sp>
        <p:nvSpPr>
          <p:cNvPr id="5" name="Footer Placeholder 4"/>
          <p:cNvSpPr>
            <a:spLocks noGrp="1"/>
          </p:cNvSpPr>
          <p:nvPr>
            <p:ph type="ftr" sz="quarter" idx="11"/>
          </p:nvPr>
        </p:nvSpPr>
        <p:spPr/>
        <p:txBody>
          <a:bodyPr/>
          <a:lstStyle/>
          <a:p>
            <a:r>
              <a:rPr lang="en-US" dirty="0"/>
              <a:t>Paper Id</a:t>
            </a:r>
            <a:r>
              <a:rPr lang="en-US"/>
              <a:t>; xxx;                                      </a:t>
            </a:r>
            <a:endParaRPr lang="en-US" dirty="0"/>
          </a:p>
        </p:txBody>
      </p:sp>
      <p:sp>
        <p:nvSpPr>
          <p:cNvPr id="6" name="Slide Number Placeholder 5"/>
          <p:cNvSpPr>
            <a:spLocks noGrp="1"/>
          </p:cNvSpPr>
          <p:nvPr>
            <p:ph type="sldNum" sz="quarter" idx="12"/>
          </p:nvPr>
        </p:nvSpPr>
        <p:spPr/>
        <p:txBody>
          <a:bodyPr/>
          <a:lstStyle/>
          <a:p>
            <a:fld id="{9207AE1A-C4D9-4E97-BABA-93F986C29736}" type="slidenum">
              <a:rPr lang="en-US" smtClean="0"/>
              <a:pPr/>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548640" y="1706880"/>
            <a:ext cx="4846320" cy="4827694"/>
          </a:xfrm>
        </p:spPr>
        <p:txBody>
          <a:bodyPr/>
          <a:lstStyle>
            <a:lvl1pPr>
              <a:defRPr sz="3200"/>
            </a:lvl1pPr>
            <a:lvl2pPr>
              <a:defRPr sz="2700"/>
            </a:lvl2pPr>
            <a:lvl3pPr>
              <a:defRPr sz="2300"/>
            </a:lvl3pPr>
            <a:lvl4pPr>
              <a:defRPr sz="2100"/>
            </a:lvl4pPr>
            <a:lvl5pPr>
              <a:defRPr sz="2100"/>
            </a:lvl5pPr>
            <a:lvl6pPr>
              <a:defRPr sz="2100"/>
            </a:lvl6pPr>
            <a:lvl7pPr>
              <a:defRPr sz="2100"/>
            </a:lvl7pPr>
            <a:lvl8pPr>
              <a:defRPr sz="2100"/>
            </a:lvl8pPr>
            <a:lvl9pPr>
              <a:defRPr sz="2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577840" y="1706880"/>
            <a:ext cx="4846320" cy="4827694"/>
          </a:xfrm>
        </p:spPr>
        <p:txBody>
          <a:bodyPr/>
          <a:lstStyle>
            <a:lvl1pPr>
              <a:defRPr sz="3200"/>
            </a:lvl1pPr>
            <a:lvl2pPr>
              <a:defRPr sz="2700"/>
            </a:lvl2pPr>
            <a:lvl3pPr>
              <a:defRPr sz="2300"/>
            </a:lvl3pPr>
            <a:lvl4pPr>
              <a:defRPr sz="2100"/>
            </a:lvl4pPr>
            <a:lvl5pPr>
              <a:defRPr sz="2100"/>
            </a:lvl5pPr>
            <a:lvl6pPr>
              <a:defRPr sz="2100"/>
            </a:lvl6pPr>
            <a:lvl7pPr>
              <a:defRPr sz="2100"/>
            </a:lvl7pPr>
            <a:lvl8pPr>
              <a:defRPr sz="2100"/>
            </a:lvl8pPr>
            <a:lvl9pPr>
              <a:defRPr sz="2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EE6FDB75-8CD5-4CEA-A229-CD8017E5A56E}" type="datetime1">
              <a:rPr lang="en-US" smtClean="0"/>
              <a:t>2/9/2026</a:t>
            </a:fld>
            <a:endParaRPr lang="en-US"/>
          </a:p>
        </p:txBody>
      </p:sp>
      <p:sp>
        <p:nvSpPr>
          <p:cNvPr id="6" name="Footer Placeholder 5"/>
          <p:cNvSpPr>
            <a:spLocks noGrp="1"/>
          </p:cNvSpPr>
          <p:nvPr>
            <p:ph type="ftr" sz="quarter" idx="11"/>
          </p:nvPr>
        </p:nvSpPr>
        <p:spPr/>
        <p:txBody>
          <a:bodyPr/>
          <a:lstStyle/>
          <a:p>
            <a:r>
              <a:rPr lang="en-US" dirty="0"/>
              <a:t>Paper Id</a:t>
            </a:r>
            <a:r>
              <a:rPr lang="en-US"/>
              <a:t>; xxx;                                      </a:t>
            </a:r>
            <a:endParaRPr lang="en-US" dirty="0"/>
          </a:p>
        </p:txBody>
      </p:sp>
      <p:sp>
        <p:nvSpPr>
          <p:cNvPr id="7" name="Slide Number Placeholder 6"/>
          <p:cNvSpPr>
            <a:spLocks noGrp="1"/>
          </p:cNvSpPr>
          <p:nvPr>
            <p:ph type="sldNum" sz="quarter" idx="12"/>
          </p:nvPr>
        </p:nvSpPr>
        <p:spPr/>
        <p:txBody>
          <a:bodyPr/>
          <a:lstStyle/>
          <a:p>
            <a:fld id="{9207AE1A-C4D9-4E97-BABA-93F986C29736}" type="slidenum">
              <a:rPr lang="en-US" smtClean="0"/>
              <a:pPr/>
              <a:t>‹#›</a:t>
            </a:fld>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548640" y="1637454"/>
            <a:ext cx="4848226" cy="682413"/>
          </a:xfrm>
        </p:spPr>
        <p:txBody>
          <a:bodyPr anchor="b"/>
          <a:lstStyle>
            <a:lvl1pPr marL="0" indent="0">
              <a:buNone/>
              <a:defRPr sz="2700" b="1"/>
            </a:lvl1pPr>
            <a:lvl2pPr marL="522488" indent="0">
              <a:buNone/>
              <a:defRPr sz="2300" b="1"/>
            </a:lvl2pPr>
            <a:lvl3pPr marL="1044976" indent="0">
              <a:buNone/>
              <a:defRPr sz="2100" b="1"/>
            </a:lvl3pPr>
            <a:lvl4pPr marL="1567464" indent="0">
              <a:buNone/>
              <a:defRPr sz="1800" b="1"/>
            </a:lvl4pPr>
            <a:lvl5pPr marL="2089953" indent="0">
              <a:buNone/>
              <a:defRPr sz="1800" b="1"/>
            </a:lvl5pPr>
            <a:lvl6pPr marL="2612441" indent="0">
              <a:buNone/>
              <a:defRPr sz="1800" b="1"/>
            </a:lvl6pPr>
            <a:lvl7pPr marL="3134929" indent="0">
              <a:buNone/>
              <a:defRPr sz="1800" b="1"/>
            </a:lvl7pPr>
            <a:lvl8pPr marL="3657417" indent="0">
              <a:buNone/>
              <a:defRPr sz="1800" b="1"/>
            </a:lvl8pPr>
            <a:lvl9pPr marL="4179905" indent="0">
              <a:buNone/>
              <a:defRPr sz="1800" b="1"/>
            </a:lvl9pPr>
          </a:lstStyle>
          <a:p>
            <a:pPr lvl="0"/>
            <a:r>
              <a:rPr lang="en-US"/>
              <a:t>Click to edit Master text styles</a:t>
            </a:r>
          </a:p>
        </p:txBody>
      </p:sp>
      <p:sp>
        <p:nvSpPr>
          <p:cNvPr id="4" name="Content Placeholder 3"/>
          <p:cNvSpPr>
            <a:spLocks noGrp="1"/>
          </p:cNvSpPr>
          <p:nvPr>
            <p:ph sz="half" idx="2"/>
          </p:nvPr>
        </p:nvSpPr>
        <p:spPr>
          <a:xfrm>
            <a:off x="548640" y="2319867"/>
            <a:ext cx="4848226" cy="4214707"/>
          </a:xfrm>
        </p:spPr>
        <p:txBody>
          <a:bodyPr/>
          <a:lstStyle>
            <a:lvl1pPr>
              <a:defRPr sz="2700"/>
            </a:lvl1pPr>
            <a:lvl2pPr>
              <a:defRPr sz="2300"/>
            </a:lvl2pPr>
            <a:lvl3pPr>
              <a:defRPr sz="21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5574031" y="1637454"/>
            <a:ext cx="4850130" cy="682413"/>
          </a:xfrm>
        </p:spPr>
        <p:txBody>
          <a:bodyPr anchor="b"/>
          <a:lstStyle>
            <a:lvl1pPr marL="0" indent="0">
              <a:buNone/>
              <a:defRPr sz="2700" b="1"/>
            </a:lvl1pPr>
            <a:lvl2pPr marL="522488" indent="0">
              <a:buNone/>
              <a:defRPr sz="2300" b="1"/>
            </a:lvl2pPr>
            <a:lvl3pPr marL="1044976" indent="0">
              <a:buNone/>
              <a:defRPr sz="2100" b="1"/>
            </a:lvl3pPr>
            <a:lvl4pPr marL="1567464" indent="0">
              <a:buNone/>
              <a:defRPr sz="1800" b="1"/>
            </a:lvl4pPr>
            <a:lvl5pPr marL="2089953" indent="0">
              <a:buNone/>
              <a:defRPr sz="1800" b="1"/>
            </a:lvl5pPr>
            <a:lvl6pPr marL="2612441" indent="0">
              <a:buNone/>
              <a:defRPr sz="1800" b="1"/>
            </a:lvl6pPr>
            <a:lvl7pPr marL="3134929" indent="0">
              <a:buNone/>
              <a:defRPr sz="1800" b="1"/>
            </a:lvl7pPr>
            <a:lvl8pPr marL="3657417" indent="0">
              <a:buNone/>
              <a:defRPr sz="1800" b="1"/>
            </a:lvl8pPr>
            <a:lvl9pPr marL="4179905" indent="0">
              <a:buNone/>
              <a:defRPr sz="1800" b="1"/>
            </a:lvl9pPr>
          </a:lstStyle>
          <a:p>
            <a:pPr lvl="0"/>
            <a:r>
              <a:rPr lang="en-US"/>
              <a:t>Click to edit Master text styles</a:t>
            </a:r>
          </a:p>
        </p:txBody>
      </p:sp>
      <p:sp>
        <p:nvSpPr>
          <p:cNvPr id="6" name="Content Placeholder 5"/>
          <p:cNvSpPr>
            <a:spLocks noGrp="1"/>
          </p:cNvSpPr>
          <p:nvPr>
            <p:ph sz="quarter" idx="4"/>
          </p:nvPr>
        </p:nvSpPr>
        <p:spPr>
          <a:xfrm>
            <a:off x="5574031" y="2319867"/>
            <a:ext cx="4850130" cy="4214707"/>
          </a:xfrm>
        </p:spPr>
        <p:txBody>
          <a:bodyPr/>
          <a:lstStyle>
            <a:lvl1pPr>
              <a:defRPr sz="2700"/>
            </a:lvl1pPr>
            <a:lvl2pPr>
              <a:defRPr sz="2300"/>
            </a:lvl2pPr>
            <a:lvl3pPr>
              <a:defRPr sz="21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93B87E56-69DB-4153-BA5A-ED0054A2F749}" type="datetime1">
              <a:rPr lang="en-US" smtClean="0"/>
              <a:t>2/9/2026</a:t>
            </a:fld>
            <a:endParaRPr lang="en-US"/>
          </a:p>
        </p:txBody>
      </p:sp>
      <p:sp>
        <p:nvSpPr>
          <p:cNvPr id="8" name="Footer Placeholder 7"/>
          <p:cNvSpPr>
            <a:spLocks noGrp="1"/>
          </p:cNvSpPr>
          <p:nvPr>
            <p:ph type="ftr" sz="quarter" idx="11"/>
          </p:nvPr>
        </p:nvSpPr>
        <p:spPr/>
        <p:txBody>
          <a:bodyPr/>
          <a:lstStyle/>
          <a:p>
            <a:r>
              <a:rPr lang="en-US" dirty="0"/>
              <a:t>Paper Id</a:t>
            </a:r>
            <a:r>
              <a:rPr lang="en-US"/>
              <a:t>; xxx;                                      </a:t>
            </a:r>
            <a:endParaRPr lang="en-US" dirty="0"/>
          </a:p>
        </p:txBody>
      </p:sp>
      <p:sp>
        <p:nvSpPr>
          <p:cNvPr id="9" name="Slide Number Placeholder 8"/>
          <p:cNvSpPr>
            <a:spLocks noGrp="1"/>
          </p:cNvSpPr>
          <p:nvPr>
            <p:ph type="sldNum" sz="quarter" idx="12"/>
          </p:nvPr>
        </p:nvSpPr>
        <p:spPr/>
        <p:txBody>
          <a:bodyPr/>
          <a:lstStyle/>
          <a:p>
            <a:fld id="{9207AE1A-C4D9-4E97-BABA-93F986C29736}" type="slidenum">
              <a:rPr lang="en-US" smtClean="0"/>
              <a:pPr/>
              <a:t>‹#›</a:t>
            </a:fld>
            <a:endParaRPr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40963762-346C-4C14-94D6-AA57519CB572}" type="datetime1">
              <a:rPr lang="en-US" smtClean="0"/>
              <a:t>2/9/2026</a:t>
            </a:fld>
            <a:endParaRPr lang="en-US"/>
          </a:p>
        </p:txBody>
      </p:sp>
      <p:sp>
        <p:nvSpPr>
          <p:cNvPr id="4" name="Footer Placeholder 3"/>
          <p:cNvSpPr>
            <a:spLocks noGrp="1"/>
          </p:cNvSpPr>
          <p:nvPr>
            <p:ph type="ftr" sz="quarter" idx="11"/>
          </p:nvPr>
        </p:nvSpPr>
        <p:spPr/>
        <p:txBody>
          <a:bodyPr/>
          <a:lstStyle/>
          <a:p>
            <a:r>
              <a:rPr lang="en-US" dirty="0"/>
              <a:t>Paper Id</a:t>
            </a:r>
            <a:r>
              <a:rPr lang="en-US"/>
              <a:t>; xxx;                                      </a:t>
            </a:r>
            <a:endParaRPr lang="en-US" dirty="0"/>
          </a:p>
        </p:txBody>
      </p:sp>
      <p:sp>
        <p:nvSpPr>
          <p:cNvPr id="5" name="Slide Number Placeholder 4"/>
          <p:cNvSpPr>
            <a:spLocks noGrp="1"/>
          </p:cNvSpPr>
          <p:nvPr>
            <p:ph type="sldNum" sz="quarter" idx="12"/>
          </p:nvPr>
        </p:nvSpPr>
        <p:spPr/>
        <p:txBody>
          <a:bodyPr/>
          <a:lstStyle/>
          <a:p>
            <a:fld id="{9207AE1A-C4D9-4E97-BABA-93F986C29736}" type="slidenum">
              <a:rPr lang="en-US" smtClean="0"/>
              <a:pPr/>
              <a:t>‹#›</a:t>
            </a:fld>
            <a:endParaRPr 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1742EC-09D3-4265-BD71-51CADF762A07}" type="datetime1">
              <a:rPr lang="en-US" smtClean="0"/>
              <a:t>2/9/2026</a:t>
            </a:fld>
            <a:endParaRPr lang="en-US"/>
          </a:p>
        </p:txBody>
      </p:sp>
      <p:sp>
        <p:nvSpPr>
          <p:cNvPr id="3" name="Footer Placeholder 2"/>
          <p:cNvSpPr>
            <a:spLocks noGrp="1"/>
          </p:cNvSpPr>
          <p:nvPr>
            <p:ph type="ftr" sz="quarter" idx="11"/>
          </p:nvPr>
        </p:nvSpPr>
        <p:spPr/>
        <p:txBody>
          <a:bodyPr/>
          <a:lstStyle/>
          <a:p>
            <a:r>
              <a:rPr lang="en-US" dirty="0"/>
              <a:t>Paper Id</a:t>
            </a:r>
            <a:r>
              <a:rPr lang="en-US"/>
              <a:t>; xxx;                                      </a:t>
            </a:r>
            <a:endParaRPr lang="en-US" dirty="0"/>
          </a:p>
        </p:txBody>
      </p:sp>
      <p:sp>
        <p:nvSpPr>
          <p:cNvPr id="4" name="Slide Number Placeholder 3"/>
          <p:cNvSpPr>
            <a:spLocks noGrp="1"/>
          </p:cNvSpPr>
          <p:nvPr>
            <p:ph type="sldNum" sz="quarter" idx="12"/>
          </p:nvPr>
        </p:nvSpPr>
        <p:spPr/>
        <p:txBody>
          <a:bodyPr/>
          <a:lstStyle/>
          <a:p>
            <a:fld id="{9207AE1A-C4D9-4E97-BABA-93F986C29736}" type="slidenum">
              <a:rPr lang="en-US" smtClean="0"/>
              <a:pPr/>
              <a:t>‹#›</a:t>
            </a:fld>
            <a:endParaRPr 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48640" y="291253"/>
            <a:ext cx="3609976" cy="1239520"/>
          </a:xfrm>
        </p:spPr>
        <p:txBody>
          <a:bodyPr anchor="b"/>
          <a:lstStyle>
            <a:lvl1pPr algn="l">
              <a:defRPr sz="2300" b="1"/>
            </a:lvl1pPr>
          </a:lstStyle>
          <a:p>
            <a:r>
              <a:rPr lang="en-US"/>
              <a:t>Click to edit Master title style</a:t>
            </a:r>
          </a:p>
        </p:txBody>
      </p:sp>
      <p:sp>
        <p:nvSpPr>
          <p:cNvPr id="3" name="Content Placeholder 2"/>
          <p:cNvSpPr>
            <a:spLocks noGrp="1"/>
          </p:cNvSpPr>
          <p:nvPr>
            <p:ph idx="1"/>
          </p:nvPr>
        </p:nvSpPr>
        <p:spPr>
          <a:xfrm>
            <a:off x="4290060" y="291254"/>
            <a:ext cx="6134100" cy="6243321"/>
          </a:xfrm>
        </p:spPr>
        <p:txBody>
          <a:bodyPr/>
          <a:lstStyle>
            <a:lvl1pPr>
              <a:defRPr sz="3700"/>
            </a:lvl1pPr>
            <a:lvl2pPr>
              <a:defRPr sz="3200"/>
            </a:lvl2pPr>
            <a:lvl3pPr>
              <a:defRPr sz="2700"/>
            </a:lvl3pPr>
            <a:lvl4pPr>
              <a:defRPr sz="2300"/>
            </a:lvl4pPr>
            <a:lvl5pPr>
              <a:defRPr sz="2300"/>
            </a:lvl5pPr>
            <a:lvl6pPr>
              <a:defRPr sz="2300"/>
            </a:lvl6pPr>
            <a:lvl7pPr>
              <a:defRPr sz="2300"/>
            </a:lvl7pPr>
            <a:lvl8pPr>
              <a:defRPr sz="2300"/>
            </a:lvl8pPr>
            <a:lvl9pPr>
              <a:defRPr sz="2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548640" y="1530774"/>
            <a:ext cx="3609976" cy="5003801"/>
          </a:xfrm>
        </p:spPr>
        <p:txBody>
          <a:bodyPr/>
          <a:lstStyle>
            <a:lvl1pPr marL="0" indent="0">
              <a:buNone/>
              <a:defRPr sz="1600"/>
            </a:lvl1pPr>
            <a:lvl2pPr marL="522488" indent="0">
              <a:buNone/>
              <a:defRPr sz="1400"/>
            </a:lvl2pPr>
            <a:lvl3pPr marL="1044976" indent="0">
              <a:buNone/>
              <a:defRPr sz="1100"/>
            </a:lvl3pPr>
            <a:lvl4pPr marL="1567464" indent="0">
              <a:buNone/>
              <a:defRPr sz="1000"/>
            </a:lvl4pPr>
            <a:lvl5pPr marL="2089953" indent="0">
              <a:buNone/>
              <a:defRPr sz="1000"/>
            </a:lvl5pPr>
            <a:lvl6pPr marL="2612441" indent="0">
              <a:buNone/>
              <a:defRPr sz="1000"/>
            </a:lvl6pPr>
            <a:lvl7pPr marL="3134929" indent="0">
              <a:buNone/>
              <a:defRPr sz="1000"/>
            </a:lvl7pPr>
            <a:lvl8pPr marL="3657417" indent="0">
              <a:buNone/>
              <a:defRPr sz="1000"/>
            </a:lvl8pPr>
            <a:lvl9pPr marL="4179905"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5B3CE81-C9AB-43E8-A4D0-F1E31EF157F3}" type="datetime1">
              <a:rPr lang="en-US" smtClean="0"/>
              <a:t>2/9/2026</a:t>
            </a:fld>
            <a:endParaRPr lang="en-US"/>
          </a:p>
        </p:txBody>
      </p:sp>
      <p:sp>
        <p:nvSpPr>
          <p:cNvPr id="6" name="Footer Placeholder 5"/>
          <p:cNvSpPr>
            <a:spLocks noGrp="1"/>
          </p:cNvSpPr>
          <p:nvPr>
            <p:ph type="ftr" sz="quarter" idx="11"/>
          </p:nvPr>
        </p:nvSpPr>
        <p:spPr/>
        <p:txBody>
          <a:bodyPr/>
          <a:lstStyle/>
          <a:p>
            <a:r>
              <a:rPr lang="en-US" dirty="0"/>
              <a:t>Paper Id</a:t>
            </a:r>
            <a:r>
              <a:rPr lang="en-US"/>
              <a:t>; xxx;                                      </a:t>
            </a:r>
            <a:endParaRPr lang="en-US" dirty="0"/>
          </a:p>
        </p:txBody>
      </p:sp>
      <p:sp>
        <p:nvSpPr>
          <p:cNvPr id="7" name="Slide Number Placeholder 6"/>
          <p:cNvSpPr>
            <a:spLocks noGrp="1"/>
          </p:cNvSpPr>
          <p:nvPr>
            <p:ph type="sldNum" sz="quarter" idx="12"/>
          </p:nvPr>
        </p:nvSpPr>
        <p:spPr/>
        <p:txBody>
          <a:bodyPr/>
          <a:lstStyle/>
          <a:p>
            <a:fld id="{9207AE1A-C4D9-4E97-BABA-93F986C29736}" type="slidenum">
              <a:rPr lang="en-US" smtClean="0"/>
              <a:pPr/>
              <a:t>‹#›</a:t>
            </a:fld>
            <a:endParaRPr 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150746" y="5120640"/>
            <a:ext cx="6583680" cy="604521"/>
          </a:xfrm>
        </p:spPr>
        <p:txBody>
          <a:bodyPr anchor="b"/>
          <a:lstStyle>
            <a:lvl1pPr algn="l">
              <a:defRPr sz="2300" b="1"/>
            </a:lvl1pPr>
          </a:lstStyle>
          <a:p>
            <a:r>
              <a:rPr lang="en-US"/>
              <a:t>Click to edit Master title style</a:t>
            </a:r>
          </a:p>
        </p:txBody>
      </p:sp>
      <p:sp>
        <p:nvSpPr>
          <p:cNvPr id="3" name="Picture Placeholder 2"/>
          <p:cNvSpPr>
            <a:spLocks noGrp="1"/>
          </p:cNvSpPr>
          <p:nvPr>
            <p:ph type="pic" idx="1"/>
          </p:nvPr>
        </p:nvSpPr>
        <p:spPr>
          <a:xfrm>
            <a:off x="2150746" y="653627"/>
            <a:ext cx="6583680" cy="4389120"/>
          </a:xfrm>
        </p:spPr>
        <p:txBody>
          <a:bodyPr/>
          <a:lstStyle>
            <a:lvl1pPr marL="0" indent="0">
              <a:buNone/>
              <a:defRPr sz="3700"/>
            </a:lvl1pPr>
            <a:lvl2pPr marL="522488" indent="0">
              <a:buNone/>
              <a:defRPr sz="3200"/>
            </a:lvl2pPr>
            <a:lvl3pPr marL="1044976" indent="0">
              <a:buNone/>
              <a:defRPr sz="2700"/>
            </a:lvl3pPr>
            <a:lvl4pPr marL="1567464" indent="0">
              <a:buNone/>
              <a:defRPr sz="2300"/>
            </a:lvl4pPr>
            <a:lvl5pPr marL="2089953" indent="0">
              <a:buNone/>
              <a:defRPr sz="2300"/>
            </a:lvl5pPr>
            <a:lvl6pPr marL="2612441" indent="0">
              <a:buNone/>
              <a:defRPr sz="2300"/>
            </a:lvl6pPr>
            <a:lvl7pPr marL="3134929" indent="0">
              <a:buNone/>
              <a:defRPr sz="2300"/>
            </a:lvl7pPr>
            <a:lvl8pPr marL="3657417" indent="0">
              <a:buNone/>
              <a:defRPr sz="2300"/>
            </a:lvl8pPr>
            <a:lvl9pPr marL="4179905" indent="0">
              <a:buNone/>
              <a:defRPr sz="2300"/>
            </a:lvl9pPr>
          </a:lstStyle>
          <a:p>
            <a:endParaRPr lang="en-US"/>
          </a:p>
        </p:txBody>
      </p:sp>
      <p:sp>
        <p:nvSpPr>
          <p:cNvPr id="4" name="Text Placeholder 3"/>
          <p:cNvSpPr>
            <a:spLocks noGrp="1"/>
          </p:cNvSpPr>
          <p:nvPr>
            <p:ph type="body" sz="half" idx="2"/>
          </p:nvPr>
        </p:nvSpPr>
        <p:spPr>
          <a:xfrm>
            <a:off x="2150746" y="5725161"/>
            <a:ext cx="6583680" cy="858519"/>
          </a:xfrm>
        </p:spPr>
        <p:txBody>
          <a:bodyPr/>
          <a:lstStyle>
            <a:lvl1pPr marL="0" indent="0">
              <a:buNone/>
              <a:defRPr sz="1600"/>
            </a:lvl1pPr>
            <a:lvl2pPr marL="522488" indent="0">
              <a:buNone/>
              <a:defRPr sz="1400"/>
            </a:lvl2pPr>
            <a:lvl3pPr marL="1044976" indent="0">
              <a:buNone/>
              <a:defRPr sz="1100"/>
            </a:lvl3pPr>
            <a:lvl4pPr marL="1567464" indent="0">
              <a:buNone/>
              <a:defRPr sz="1000"/>
            </a:lvl4pPr>
            <a:lvl5pPr marL="2089953" indent="0">
              <a:buNone/>
              <a:defRPr sz="1000"/>
            </a:lvl5pPr>
            <a:lvl6pPr marL="2612441" indent="0">
              <a:buNone/>
              <a:defRPr sz="1000"/>
            </a:lvl6pPr>
            <a:lvl7pPr marL="3134929" indent="0">
              <a:buNone/>
              <a:defRPr sz="1000"/>
            </a:lvl7pPr>
            <a:lvl8pPr marL="3657417" indent="0">
              <a:buNone/>
              <a:defRPr sz="1000"/>
            </a:lvl8pPr>
            <a:lvl9pPr marL="4179905"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FF9E13D-92D6-4384-A963-8E981A76E164}" type="datetime1">
              <a:rPr lang="en-US" smtClean="0"/>
              <a:t>2/9/2026</a:t>
            </a:fld>
            <a:endParaRPr lang="en-US"/>
          </a:p>
        </p:txBody>
      </p:sp>
      <p:sp>
        <p:nvSpPr>
          <p:cNvPr id="6" name="Footer Placeholder 5"/>
          <p:cNvSpPr>
            <a:spLocks noGrp="1"/>
          </p:cNvSpPr>
          <p:nvPr>
            <p:ph type="ftr" sz="quarter" idx="11"/>
          </p:nvPr>
        </p:nvSpPr>
        <p:spPr/>
        <p:txBody>
          <a:bodyPr/>
          <a:lstStyle/>
          <a:p>
            <a:r>
              <a:rPr lang="en-US" dirty="0"/>
              <a:t>Paper Id</a:t>
            </a:r>
            <a:r>
              <a:rPr lang="en-US"/>
              <a:t>; xxx;                                      </a:t>
            </a:r>
            <a:endParaRPr lang="en-US" dirty="0"/>
          </a:p>
        </p:txBody>
      </p:sp>
      <p:sp>
        <p:nvSpPr>
          <p:cNvPr id="7" name="Slide Number Placeholder 6"/>
          <p:cNvSpPr>
            <a:spLocks noGrp="1"/>
          </p:cNvSpPr>
          <p:nvPr>
            <p:ph type="sldNum" sz="quarter" idx="12"/>
          </p:nvPr>
        </p:nvSpPr>
        <p:spPr/>
        <p:txBody>
          <a:bodyPr/>
          <a:lstStyle/>
          <a:p>
            <a:fld id="{9207AE1A-C4D9-4E97-BABA-93F986C29736}" type="slidenum">
              <a:rPr lang="en-US" smtClean="0"/>
              <a:pPr/>
              <a:t>‹#›</a:t>
            </a:fld>
            <a:endParaRPr 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72A14C2-F592-48D3-A198-6FBAEC40031E}" type="datetime1">
              <a:rPr lang="en-US" smtClean="0"/>
              <a:t>2/9/2026</a:t>
            </a:fld>
            <a:endParaRPr lang="en-US"/>
          </a:p>
        </p:txBody>
      </p:sp>
      <p:sp>
        <p:nvSpPr>
          <p:cNvPr id="5" name="Footer Placeholder 4"/>
          <p:cNvSpPr>
            <a:spLocks noGrp="1"/>
          </p:cNvSpPr>
          <p:nvPr>
            <p:ph type="ftr" sz="quarter" idx="11"/>
          </p:nvPr>
        </p:nvSpPr>
        <p:spPr/>
        <p:txBody>
          <a:bodyPr/>
          <a:lstStyle/>
          <a:p>
            <a:r>
              <a:rPr lang="en-US" dirty="0"/>
              <a:t>Paper Id</a:t>
            </a:r>
            <a:r>
              <a:rPr lang="en-US"/>
              <a:t>; xxx;                                      </a:t>
            </a:r>
            <a:endParaRPr lang="en-US" dirty="0"/>
          </a:p>
        </p:txBody>
      </p:sp>
      <p:sp>
        <p:nvSpPr>
          <p:cNvPr id="6" name="Slide Number Placeholder 5"/>
          <p:cNvSpPr>
            <a:spLocks noGrp="1"/>
          </p:cNvSpPr>
          <p:nvPr>
            <p:ph type="sldNum" sz="quarter" idx="12"/>
          </p:nvPr>
        </p:nvSpPr>
        <p:spPr/>
        <p:txBody>
          <a:bodyPr/>
          <a:lstStyle/>
          <a:p>
            <a:fld id="{9207AE1A-C4D9-4E97-BABA-93F986C29736}" type="slidenum">
              <a:rPr lang="en-US" smtClean="0"/>
              <a:pPr/>
              <a:t>‹#›</a:t>
            </a:fld>
            <a:endParaRPr 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55280" y="292948"/>
            <a:ext cx="2468880" cy="6241627"/>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548640" y="292948"/>
            <a:ext cx="7223760" cy="624162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FF10D3C-EC21-4DAD-A04E-A07D198ED6E1}" type="datetime1">
              <a:rPr lang="en-US" smtClean="0"/>
              <a:t>2/9/2026</a:t>
            </a:fld>
            <a:endParaRPr lang="en-US"/>
          </a:p>
        </p:txBody>
      </p:sp>
      <p:sp>
        <p:nvSpPr>
          <p:cNvPr id="5" name="Footer Placeholder 4"/>
          <p:cNvSpPr>
            <a:spLocks noGrp="1"/>
          </p:cNvSpPr>
          <p:nvPr>
            <p:ph type="ftr" sz="quarter" idx="11"/>
          </p:nvPr>
        </p:nvSpPr>
        <p:spPr/>
        <p:txBody>
          <a:bodyPr/>
          <a:lstStyle/>
          <a:p>
            <a:r>
              <a:rPr lang="en-US" dirty="0"/>
              <a:t>Paper Id</a:t>
            </a:r>
            <a:r>
              <a:rPr lang="en-US"/>
              <a:t>; xxx;                                      </a:t>
            </a:r>
            <a:endParaRPr lang="en-US" dirty="0"/>
          </a:p>
        </p:txBody>
      </p:sp>
      <p:sp>
        <p:nvSpPr>
          <p:cNvPr id="6" name="Slide Number Placeholder 5"/>
          <p:cNvSpPr>
            <a:spLocks noGrp="1"/>
          </p:cNvSpPr>
          <p:nvPr>
            <p:ph type="sldNum" sz="quarter" idx="12"/>
          </p:nvPr>
        </p:nvSpPr>
        <p:spPr/>
        <p:txBody>
          <a:bodyPr/>
          <a:lstStyle/>
          <a:p>
            <a:fld id="{9207AE1A-C4D9-4E97-BABA-93F986C29736}" type="slidenum">
              <a:rPr lang="en-US" smtClean="0"/>
              <a:pPr/>
              <a:t>‹#›</a:t>
            </a:fld>
            <a:endParaRPr 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822960" y="2272454"/>
            <a:ext cx="9326880" cy="1568027"/>
          </a:xfrm>
        </p:spPr>
        <p:txBody>
          <a:bodyPr/>
          <a:lstStyle/>
          <a:p>
            <a:r>
              <a:rPr lang="en-US"/>
              <a:t>Click to edit Master title style</a:t>
            </a:r>
          </a:p>
        </p:txBody>
      </p:sp>
      <p:sp>
        <p:nvSpPr>
          <p:cNvPr id="3" name="Subtitle 2"/>
          <p:cNvSpPr>
            <a:spLocks noGrp="1"/>
          </p:cNvSpPr>
          <p:nvPr>
            <p:ph type="subTitle" idx="1"/>
          </p:nvPr>
        </p:nvSpPr>
        <p:spPr>
          <a:xfrm>
            <a:off x="1645920" y="4145280"/>
            <a:ext cx="7680960" cy="1869440"/>
          </a:xfrm>
        </p:spPr>
        <p:txBody>
          <a:bodyPr/>
          <a:lstStyle>
            <a:lvl1pPr marL="0" indent="0" algn="ctr">
              <a:buNone/>
              <a:defRPr>
                <a:solidFill>
                  <a:schemeClr val="tx1">
                    <a:tint val="75000"/>
                  </a:schemeClr>
                </a:solidFill>
              </a:defRPr>
            </a:lvl1pPr>
            <a:lvl2pPr marL="522488" indent="0" algn="ctr">
              <a:buNone/>
              <a:defRPr>
                <a:solidFill>
                  <a:schemeClr val="tx1">
                    <a:tint val="75000"/>
                  </a:schemeClr>
                </a:solidFill>
              </a:defRPr>
            </a:lvl2pPr>
            <a:lvl3pPr marL="1044976" indent="0" algn="ctr">
              <a:buNone/>
              <a:defRPr>
                <a:solidFill>
                  <a:schemeClr val="tx1">
                    <a:tint val="75000"/>
                  </a:schemeClr>
                </a:solidFill>
              </a:defRPr>
            </a:lvl3pPr>
            <a:lvl4pPr marL="1567464" indent="0" algn="ctr">
              <a:buNone/>
              <a:defRPr>
                <a:solidFill>
                  <a:schemeClr val="tx1">
                    <a:tint val="75000"/>
                  </a:schemeClr>
                </a:solidFill>
              </a:defRPr>
            </a:lvl4pPr>
            <a:lvl5pPr marL="2089953" indent="0" algn="ctr">
              <a:buNone/>
              <a:defRPr>
                <a:solidFill>
                  <a:schemeClr val="tx1">
                    <a:tint val="75000"/>
                  </a:schemeClr>
                </a:solidFill>
              </a:defRPr>
            </a:lvl5pPr>
            <a:lvl6pPr marL="2612441" indent="0" algn="ctr">
              <a:buNone/>
              <a:defRPr>
                <a:solidFill>
                  <a:schemeClr val="tx1">
                    <a:tint val="75000"/>
                  </a:schemeClr>
                </a:solidFill>
              </a:defRPr>
            </a:lvl6pPr>
            <a:lvl7pPr marL="3134929" indent="0" algn="ctr">
              <a:buNone/>
              <a:defRPr>
                <a:solidFill>
                  <a:schemeClr val="tx1">
                    <a:tint val="75000"/>
                  </a:schemeClr>
                </a:solidFill>
              </a:defRPr>
            </a:lvl7pPr>
            <a:lvl8pPr marL="3657417" indent="0" algn="ctr">
              <a:buNone/>
              <a:defRPr>
                <a:solidFill>
                  <a:schemeClr val="tx1">
                    <a:tint val="75000"/>
                  </a:schemeClr>
                </a:solidFill>
              </a:defRPr>
            </a:lvl8pPr>
            <a:lvl9pPr marL="4179905"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E730790B-959A-40BA-B66B-6F3EA7273CCF}" type="datetime1">
              <a:rPr lang="en-US" smtClean="0"/>
              <a:t>2/9/2026</a:t>
            </a:fld>
            <a:endParaRPr lang="en-US"/>
          </a:p>
        </p:txBody>
      </p:sp>
      <p:sp>
        <p:nvSpPr>
          <p:cNvPr id="5" name="Footer Placeholder 4"/>
          <p:cNvSpPr>
            <a:spLocks noGrp="1"/>
          </p:cNvSpPr>
          <p:nvPr>
            <p:ph type="ftr" sz="quarter" idx="11"/>
          </p:nvPr>
        </p:nvSpPr>
        <p:spPr/>
        <p:txBody>
          <a:bodyPr/>
          <a:lstStyle/>
          <a:p>
            <a:r>
              <a:rPr lang="en-US" dirty="0"/>
              <a:t>Paper Id</a:t>
            </a:r>
            <a:r>
              <a:rPr lang="en-US"/>
              <a:t>; xxx;                                      </a:t>
            </a:r>
            <a:endParaRPr lang="en-US" dirty="0"/>
          </a:p>
        </p:txBody>
      </p:sp>
      <p:sp>
        <p:nvSpPr>
          <p:cNvPr id="6" name="Slide Number Placeholder 5"/>
          <p:cNvSpPr>
            <a:spLocks noGrp="1"/>
          </p:cNvSpPr>
          <p:nvPr>
            <p:ph type="sldNum" sz="quarter" idx="12"/>
          </p:nvPr>
        </p:nvSpPr>
        <p:spPr/>
        <p:txBody>
          <a:bodyPr/>
          <a:lstStyle/>
          <a:p>
            <a:fld id="{517981F7-C960-4643-A11D-5665A727B8F8}" type="slidenum">
              <a:rPr lang="en-US" smtClean="0"/>
              <a:pPr/>
              <a:t>‹#›</a:t>
            </a:fld>
            <a:endParaRPr lang="en-US"/>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E69A001-25DA-4EA4-8879-2D4645540662}" type="datetime1">
              <a:rPr lang="en-US" smtClean="0"/>
              <a:t>2/9/2026</a:t>
            </a:fld>
            <a:endParaRPr lang="en-US"/>
          </a:p>
        </p:txBody>
      </p:sp>
      <p:sp>
        <p:nvSpPr>
          <p:cNvPr id="5" name="Footer Placeholder 4"/>
          <p:cNvSpPr>
            <a:spLocks noGrp="1"/>
          </p:cNvSpPr>
          <p:nvPr>
            <p:ph type="ftr" sz="quarter" idx="11"/>
          </p:nvPr>
        </p:nvSpPr>
        <p:spPr/>
        <p:txBody>
          <a:bodyPr/>
          <a:lstStyle/>
          <a:p>
            <a:r>
              <a:rPr lang="en-US" dirty="0"/>
              <a:t>Paper Id</a:t>
            </a:r>
            <a:r>
              <a:rPr lang="en-US"/>
              <a:t>; xxx;                                      </a:t>
            </a:r>
            <a:endParaRPr lang="en-US" dirty="0"/>
          </a:p>
        </p:txBody>
      </p:sp>
      <p:sp>
        <p:nvSpPr>
          <p:cNvPr id="6" name="Slide Number Placeholder 5"/>
          <p:cNvSpPr>
            <a:spLocks noGrp="1"/>
          </p:cNvSpPr>
          <p:nvPr>
            <p:ph type="sldNum" sz="quarter" idx="12"/>
          </p:nvPr>
        </p:nvSpPr>
        <p:spPr/>
        <p:txBody>
          <a:bodyPr/>
          <a:lstStyle/>
          <a:p>
            <a:fld id="{517981F7-C960-4643-A11D-5665A727B8F8}" type="slidenum">
              <a:rPr lang="en-US" smtClean="0"/>
              <a:pPr/>
              <a:t>‹#›</a:t>
            </a:fld>
            <a:endParaRPr lang="en-US"/>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66776" y="4700694"/>
            <a:ext cx="9326880" cy="1452880"/>
          </a:xfrm>
        </p:spPr>
        <p:txBody>
          <a:bodyPr anchor="t"/>
          <a:lstStyle>
            <a:lvl1pPr algn="l">
              <a:defRPr sz="4600" b="1" cap="all"/>
            </a:lvl1pPr>
          </a:lstStyle>
          <a:p>
            <a:r>
              <a:rPr lang="en-US"/>
              <a:t>Click to edit Master title style</a:t>
            </a:r>
          </a:p>
        </p:txBody>
      </p:sp>
      <p:sp>
        <p:nvSpPr>
          <p:cNvPr id="3" name="Text Placeholder 2"/>
          <p:cNvSpPr>
            <a:spLocks noGrp="1"/>
          </p:cNvSpPr>
          <p:nvPr>
            <p:ph type="body" idx="1"/>
          </p:nvPr>
        </p:nvSpPr>
        <p:spPr>
          <a:xfrm>
            <a:off x="866776" y="3100495"/>
            <a:ext cx="9326880" cy="1600199"/>
          </a:xfrm>
        </p:spPr>
        <p:txBody>
          <a:bodyPr anchor="b"/>
          <a:lstStyle>
            <a:lvl1pPr marL="0" indent="0">
              <a:buNone/>
              <a:defRPr sz="2300">
                <a:solidFill>
                  <a:schemeClr val="tx1">
                    <a:tint val="75000"/>
                  </a:schemeClr>
                </a:solidFill>
              </a:defRPr>
            </a:lvl1pPr>
            <a:lvl2pPr marL="522488" indent="0">
              <a:buNone/>
              <a:defRPr sz="2100">
                <a:solidFill>
                  <a:schemeClr val="tx1">
                    <a:tint val="75000"/>
                  </a:schemeClr>
                </a:solidFill>
              </a:defRPr>
            </a:lvl2pPr>
            <a:lvl3pPr marL="1044976" indent="0">
              <a:buNone/>
              <a:defRPr sz="1800">
                <a:solidFill>
                  <a:schemeClr val="tx1">
                    <a:tint val="75000"/>
                  </a:schemeClr>
                </a:solidFill>
              </a:defRPr>
            </a:lvl3pPr>
            <a:lvl4pPr marL="1567464" indent="0">
              <a:buNone/>
              <a:defRPr sz="1600">
                <a:solidFill>
                  <a:schemeClr val="tx1">
                    <a:tint val="75000"/>
                  </a:schemeClr>
                </a:solidFill>
              </a:defRPr>
            </a:lvl4pPr>
            <a:lvl5pPr marL="2089953" indent="0">
              <a:buNone/>
              <a:defRPr sz="1600">
                <a:solidFill>
                  <a:schemeClr val="tx1">
                    <a:tint val="75000"/>
                  </a:schemeClr>
                </a:solidFill>
              </a:defRPr>
            </a:lvl5pPr>
            <a:lvl6pPr marL="2612441" indent="0">
              <a:buNone/>
              <a:defRPr sz="1600">
                <a:solidFill>
                  <a:schemeClr val="tx1">
                    <a:tint val="75000"/>
                  </a:schemeClr>
                </a:solidFill>
              </a:defRPr>
            </a:lvl6pPr>
            <a:lvl7pPr marL="3134929" indent="0">
              <a:buNone/>
              <a:defRPr sz="1600">
                <a:solidFill>
                  <a:schemeClr val="tx1">
                    <a:tint val="75000"/>
                  </a:schemeClr>
                </a:solidFill>
              </a:defRPr>
            </a:lvl7pPr>
            <a:lvl8pPr marL="3657417" indent="0">
              <a:buNone/>
              <a:defRPr sz="1600">
                <a:solidFill>
                  <a:schemeClr val="tx1">
                    <a:tint val="75000"/>
                  </a:schemeClr>
                </a:solidFill>
              </a:defRPr>
            </a:lvl8pPr>
            <a:lvl9pPr marL="4179905"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BCDE7E4-BD2F-44C8-9D49-74F00D581312}" type="datetime1">
              <a:rPr lang="en-US" smtClean="0"/>
              <a:t>2/9/2026</a:t>
            </a:fld>
            <a:endParaRPr lang="en-US"/>
          </a:p>
        </p:txBody>
      </p:sp>
      <p:sp>
        <p:nvSpPr>
          <p:cNvPr id="5" name="Footer Placeholder 4"/>
          <p:cNvSpPr>
            <a:spLocks noGrp="1"/>
          </p:cNvSpPr>
          <p:nvPr>
            <p:ph type="ftr" sz="quarter" idx="11"/>
          </p:nvPr>
        </p:nvSpPr>
        <p:spPr/>
        <p:txBody>
          <a:bodyPr/>
          <a:lstStyle/>
          <a:p>
            <a:r>
              <a:rPr lang="en-US" dirty="0"/>
              <a:t>Paper Id</a:t>
            </a:r>
            <a:r>
              <a:rPr lang="en-US"/>
              <a:t>; xxx;                                      </a:t>
            </a:r>
            <a:endParaRPr lang="en-US" dirty="0"/>
          </a:p>
        </p:txBody>
      </p:sp>
      <p:sp>
        <p:nvSpPr>
          <p:cNvPr id="6" name="Slide Number Placeholder 5"/>
          <p:cNvSpPr>
            <a:spLocks noGrp="1"/>
          </p:cNvSpPr>
          <p:nvPr>
            <p:ph type="sldNum" sz="quarter" idx="12"/>
          </p:nvPr>
        </p:nvSpPr>
        <p:spPr/>
        <p:txBody>
          <a:bodyPr/>
          <a:lstStyle/>
          <a:p>
            <a:fld id="{517981F7-C960-4643-A11D-5665A727B8F8}" type="slidenum">
              <a:rPr lang="en-US" smtClean="0"/>
              <a:pPr/>
              <a:t>‹#›</a:t>
            </a:fld>
            <a:endParaRPr lang="en-US"/>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548640" y="1706880"/>
            <a:ext cx="4846320" cy="4827694"/>
          </a:xfrm>
        </p:spPr>
        <p:txBody>
          <a:bodyPr/>
          <a:lstStyle>
            <a:lvl1pPr>
              <a:defRPr sz="3200"/>
            </a:lvl1pPr>
            <a:lvl2pPr>
              <a:defRPr sz="2700"/>
            </a:lvl2pPr>
            <a:lvl3pPr>
              <a:defRPr sz="2300"/>
            </a:lvl3pPr>
            <a:lvl4pPr>
              <a:defRPr sz="2100"/>
            </a:lvl4pPr>
            <a:lvl5pPr>
              <a:defRPr sz="2100"/>
            </a:lvl5pPr>
            <a:lvl6pPr>
              <a:defRPr sz="2100"/>
            </a:lvl6pPr>
            <a:lvl7pPr>
              <a:defRPr sz="2100"/>
            </a:lvl7pPr>
            <a:lvl8pPr>
              <a:defRPr sz="2100"/>
            </a:lvl8pPr>
            <a:lvl9pPr>
              <a:defRPr sz="2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577840" y="1706880"/>
            <a:ext cx="4846320" cy="4827694"/>
          </a:xfrm>
        </p:spPr>
        <p:txBody>
          <a:bodyPr/>
          <a:lstStyle>
            <a:lvl1pPr>
              <a:defRPr sz="3200"/>
            </a:lvl1pPr>
            <a:lvl2pPr>
              <a:defRPr sz="2700"/>
            </a:lvl2pPr>
            <a:lvl3pPr>
              <a:defRPr sz="2300"/>
            </a:lvl3pPr>
            <a:lvl4pPr>
              <a:defRPr sz="2100"/>
            </a:lvl4pPr>
            <a:lvl5pPr>
              <a:defRPr sz="2100"/>
            </a:lvl5pPr>
            <a:lvl6pPr>
              <a:defRPr sz="2100"/>
            </a:lvl6pPr>
            <a:lvl7pPr>
              <a:defRPr sz="2100"/>
            </a:lvl7pPr>
            <a:lvl8pPr>
              <a:defRPr sz="2100"/>
            </a:lvl8pPr>
            <a:lvl9pPr>
              <a:defRPr sz="2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CBC915B6-4969-4249-B26E-858DFB16E64D}" type="datetime1">
              <a:rPr lang="en-US" smtClean="0"/>
              <a:t>2/9/2026</a:t>
            </a:fld>
            <a:endParaRPr lang="en-US"/>
          </a:p>
        </p:txBody>
      </p:sp>
      <p:sp>
        <p:nvSpPr>
          <p:cNvPr id="6" name="Footer Placeholder 5"/>
          <p:cNvSpPr>
            <a:spLocks noGrp="1"/>
          </p:cNvSpPr>
          <p:nvPr>
            <p:ph type="ftr" sz="quarter" idx="11"/>
          </p:nvPr>
        </p:nvSpPr>
        <p:spPr/>
        <p:txBody>
          <a:bodyPr/>
          <a:lstStyle/>
          <a:p>
            <a:r>
              <a:rPr lang="en-US" dirty="0"/>
              <a:t>Paper Id</a:t>
            </a:r>
            <a:r>
              <a:rPr lang="en-US"/>
              <a:t>; xxx;                                      </a:t>
            </a:r>
            <a:endParaRPr lang="en-US" dirty="0"/>
          </a:p>
        </p:txBody>
      </p:sp>
      <p:sp>
        <p:nvSpPr>
          <p:cNvPr id="7" name="Slide Number Placeholder 6"/>
          <p:cNvSpPr>
            <a:spLocks noGrp="1"/>
          </p:cNvSpPr>
          <p:nvPr>
            <p:ph type="sldNum" sz="quarter" idx="12"/>
          </p:nvPr>
        </p:nvSpPr>
        <p:spPr/>
        <p:txBody>
          <a:bodyPr/>
          <a:lstStyle/>
          <a:p>
            <a:fld id="{517981F7-C960-4643-A11D-5665A727B8F8}" type="slidenum">
              <a:rPr lang="en-US" smtClean="0"/>
              <a:pPr/>
              <a:t>‹#›</a:t>
            </a:fld>
            <a:endParaRPr lang="en-US"/>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548640" y="1637454"/>
            <a:ext cx="4848226" cy="682413"/>
          </a:xfrm>
        </p:spPr>
        <p:txBody>
          <a:bodyPr anchor="b"/>
          <a:lstStyle>
            <a:lvl1pPr marL="0" indent="0">
              <a:buNone/>
              <a:defRPr sz="2700" b="1"/>
            </a:lvl1pPr>
            <a:lvl2pPr marL="522488" indent="0">
              <a:buNone/>
              <a:defRPr sz="2300" b="1"/>
            </a:lvl2pPr>
            <a:lvl3pPr marL="1044976" indent="0">
              <a:buNone/>
              <a:defRPr sz="2100" b="1"/>
            </a:lvl3pPr>
            <a:lvl4pPr marL="1567464" indent="0">
              <a:buNone/>
              <a:defRPr sz="1800" b="1"/>
            </a:lvl4pPr>
            <a:lvl5pPr marL="2089953" indent="0">
              <a:buNone/>
              <a:defRPr sz="1800" b="1"/>
            </a:lvl5pPr>
            <a:lvl6pPr marL="2612441" indent="0">
              <a:buNone/>
              <a:defRPr sz="1800" b="1"/>
            </a:lvl6pPr>
            <a:lvl7pPr marL="3134929" indent="0">
              <a:buNone/>
              <a:defRPr sz="1800" b="1"/>
            </a:lvl7pPr>
            <a:lvl8pPr marL="3657417" indent="0">
              <a:buNone/>
              <a:defRPr sz="1800" b="1"/>
            </a:lvl8pPr>
            <a:lvl9pPr marL="4179905" indent="0">
              <a:buNone/>
              <a:defRPr sz="1800" b="1"/>
            </a:lvl9pPr>
          </a:lstStyle>
          <a:p>
            <a:pPr lvl="0"/>
            <a:r>
              <a:rPr lang="en-US"/>
              <a:t>Click to edit Master text styles</a:t>
            </a:r>
          </a:p>
        </p:txBody>
      </p:sp>
      <p:sp>
        <p:nvSpPr>
          <p:cNvPr id="4" name="Content Placeholder 3"/>
          <p:cNvSpPr>
            <a:spLocks noGrp="1"/>
          </p:cNvSpPr>
          <p:nvPr>
            <p:ph sz="half" idx="2"/>
          </p:nvPr>
        </p:nvSpPr>
        <p:spPr>
          <a:xfrm>
            <a:off x="548640" y="2319867"/>
            <a:ext cx="4848226" cy="4214707"/>
          </a:xfrm>
        </p:spPr>
        <p:txBody>
          <a:bodyPr/>
          <a:lstStyle>
            <a:lvl1pPr>
              <a:defRPr sz="2700"/>
            </a:lvl1pPr>
            <a:lvl2pPr>
              <a:defRPr sz="2300"/>
            </a:lvl2pPr>
            <a:lvl3pPr>
              <a:defRPr sz="21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5574031" y="1637454"/>
            <a:ext cx="4850130" cy="682413"/>
          </a:xfrm>
        </p:spPr>
        <p:txBody>
          <a:bodyPr anchor="b"/>
          <a:lstStyle>
            <a:lvl1pPr marL="0" indent="0">
              <a:buNone/>
              <a:defRPr sz="2700" b="1"/>
            </a:lvl1pPr>
            <a:lvl2pPr marL="522488" indent="0">
              <a:buNone/>
              <a:defRPr sz="2300" b="1"/>
            </a:lvl2pPr>
            <a:lvl3pPr marL="1044976" indent="0">
              <a:buNone/>
              <a:defRPr sz="2100" b="1"/>
            </a:lvl3pPr>
            <a:lvl4pPr marL="1567464" indent="0">
              <a:buNone/>
              <a:defRPr sz="1800" b="1"/>
            </a:lvl4pPr>
            <a:lvl5pPr marL="2089953" indent="0">
              <a:buNone/>
              <a:defRPr sz="1800" b="1"/>
            </a:lvl5pPr>
            <a:lvl6pPr marL="2612441" indent="0">
              <a:buNone/>
              <a:defRPr sz="1800" b="1"/>
            </a:lvl6pPr>
            <a:lvl7pPr marL="3134929" indent="0">
              <a:buNone/>
              <a:defRPr sz="1800" b="1"/>
            </a:lvl7pPr>
            <a:lvl8pPr marL="3657417" indent="0">
              <a:buNone/>
              <a:defRPr sz="1800" b="1"/>
            </a:lvl8pPr>
            <a:lvl9pPr marL="4179905" indent="0">
              <a:buNone/>
              <a:defRPr sz="1800" b="1"/>
            </a:lvl9pPr>
          </a:lstStyle>
          <a:p>
            <a:pPr lvl="0"/>
            <a:r>
              <a:rPr lang="en-US"/>
              <a:t>Click to edit Master text styles</a:t>
            </a:r>
          </a:p>
        </p:txBody>
      </p:sp>
      <p:sp>
        <p:nvSpPr>
          <p:cNvPr id="6" name="Content Placeholder 5"/>
          <p:cNvSpPr>
            <a:spLocks noGrp="1"/>
          </p:cNvSpPr>
          <p:nvPr>
            <p:ph sz="quarter" idx="4"/>
          </p:nvPr>
        </p:nvSpPr>
        <p:spPr>
          <a:xfrm>
            <a:off x="5574031" y="2319867"/>
            <a:ext cx="4850130" cy="4214707"/>
          </a:xfrm>
        </p:spPr>
        <p:txBody>
          <a:bodyPr/>
          <a:lstStyle>
            <a:lvl1pPr>
              <a:defRPr sz="2700"/>
            </a:lvl1pPr>
            <a:lvl2pPr>
              <a:defRPr sz="2300"/>
            </a:lvl2pPr>
            <a:lvl3pPr>
              <a:defRPr sz="21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C75A00BC-7E66-47A1-AADA-E180924AA308}" type="datetime1">
              <a:rPr lang="en-US" smtClean="0"/>
              <a:t>2/9/2026</a:t>
            </a:fld>
            <a:endParaRPr lang="en-US"/>
          </a:p>
        </p:txBody>
      </p:sp>
      <p:sp>
        <p:nvSpPr>
          <p:cNvPr id="8" name="Footer Placeholder 7"/>
          <p:cNvSpPr>
            <a:spLocks noGrp="1"/>
          </p:cNvSpPr>
          <p:nvPr>
            <p:ph type="ftr" sz="quarter" idx="11"/>
          </p:nvPr>
        </p:nvSpPr>
        <p:spPr/>
        <p:txBody>
          <a:bodyPr/>
          <a:lstStyle/>
          <a:p>
            <a:r>
              <a:rPr lang="en-US" dirty="0"/>
              <a:t>Paper Id</a:t>
            </a:r>
            <a:r>
              <a:rPr lang="en-US"/>
              <a:t>; xxx;                                      </a:t>
            </a:r>
            <a:endParaRPr lang="en-US" dirty="0"/>
          </a:p>
        </p:txBody>
      </p:sp>
      <p:sp>
        <p:nvSpPr>
          <p:cNvPr id="9" name="Slide Number Placeholder 8"/>
          <p:cNvSpPr>
            <a:spLocks noGrp="1"/>
          </p:cNvSpPr>
          <p:nvPr>
            <p:ph type="sldNum" sz="quarter" idx="12"/>
          </p:nvPr>
        </p:nvSpPr>
        <p:spPr/>
        <p:txBody>
          <a:bodyPr/>
          <a:lstStyle/>
          <a:p>
            <a:fld id="{517981F7-C960-4643-A11D-5665A727B8F8}" type="slidenum">
              <a:rPr lang="en-US" smtClean="0"/>
              <a:pPr/>
              <a:t>‹#›</a:t>
            </a:fld>
            <a:endParaRPr lang="en-US"/>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12DA3D7-521B-4956-9761-7AE42B434729}" type="datetime1">
              <a:rPr lang="en-US" smtClean="0"/>
              <a:t>2/9/2026</a:t>
            </a:fld>
            <a:endParaRPr lang="en-US"/>
          </a:p>
        </p:txBody>
      </p:sp>
      <p:sp>
        <p:nvSpPr>
          <p:cNvPr id="4" name="Footer Placeholder 3"/>
          <p:cNvSpPr>
            <a:spLocks noGrp="1"/>
          </p:cNvSpPr>
          <p:nvPr>
            <p:ph type="ftr" sz="quarter" idx="11"/>
          </p:nvPr>
        </p:nvSpPr>
        <p:spPr/>
        <p:txBody>
          <a:bodyPr/>
          <a:lstStyle/>
          <a:p>
            <a:r>
              <a:rPr lang="en-US" dirty="0"/>
              <a:t>Paper Id</a:t>
            </a:r>
            <a:r>
              <a:rPr lang="en-US"/>
              <a:t>; xxx;                                      </a:t>
            </a:r>
            <a:endParaRPr lang="en-US" dirty="0"/>
          </a:p>
        </p:txBody>
      </p:sp>
      <p:sp>
        <p:nvSpPr>
          <p:cNvPr id="5" name="Slide Number Placeholder 4"/>
          <p:cNvSpPr>
            <a:spLocks noGrp="1"/>
          </p:cNvSpPr>
          <p:nvPr>
            <p:ph type="sldNum" sz="quarter" idx="12"/>
          </p:nvPr>
        </p:nvSpPr>
        <p:spPr/>
        <p:txBody>
          <a:bodyPr/>
          <a:lstStyle/>
          <a:p>
            <a:fld id="{517981F7-C960-4643-A11D-5665A727B8F8}" type="slidenum">
              <a:rPr lang="en-US" smtClean="0"/>
              <a:pPr/>
              <a:t>‹#›</a:t>
            </a:fld>
            <a:endParaRPr lang="en-US"/>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F5F496A-CC9B-42BD-BCB5-3BEC222C08E9}" type="datetime1">
              <a:rPr lang="en-US" smtClean="0"/>
              <a:t>2/9/2026</a:t>
            </a:fld>
            <a:endParaRPr lang="en-US"/>
          </a:p>
        </p:txBody>
      </p:sp>
      <p:sp>
        <p:nvSpPr>
          <p:cNvPr id="3" name="Footer Placeholder 2"/>
          <p:cNvSpPr>
            <a:spLocks noGrp="1"/>
          </p:cNvSpPr>
          <p:nvPr>
            <p:ph type="ftr" sz="quarter" idx="11"/>
          </p:nvPr>
        </p:nvSpPr>
        <p:spPr/>
        <p:txBody>
          <a:bodyPr/>
          <a:lstStyle/>
          <a:p>
            <a:r>
              <a:rPr lang="en-US" dirty="0"/>
              <a:t>Paper Id</a:t>
            </a:r>
            <a:r>
              <a:rPr lang="en-US"/>
              <a:t>; xxx;                                      </a:t>
            </a:r>
            <a:endParaRPr lang="en-US" dirty="0"/>
          </a:p>
        </p:txBody>
      </p:sp>
      <p:sp>
        <p:nvSpPr>
          <p:cNvPr id="4" name="Slide Number Placeholder 3"/>
          <p:cNvSpPr>
            <a:spLocks noGrp="1"/>
          </p:cNvSpPr>
          <p:nvPr>
            <p:ph type="sldNum" sz="quarter" idx="12"/>
          </p:nvPr>
        </p:nvSpPr>
        <p:spPr/>
        <p:txBody>
          <a:bodyPr/>
          <a:lstStyle/>
          <a:p>
            <a:fld id="{517981F7-C960-4643-A11D-5665A727B8F8}" type="slidenum">
              <a:rPr lang="en-US" smtClean="0"/>
              <a:pPr/>
              <a:t>‹#›</a:t>
            </a:fld>
            <a:endParaRPr lang="en-US"/>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48640" y="291253"/>
            <a:ext cx="3609976" cy="1239520"/>
          </a:xfrm>
        </p:spPr>
        <p:txBody>
          <a:bodyPr anchor="b"/>
          <a:lstStyle>
            <a:lvl1pPr algn="l">
              <a:defRPr sz="2300" b="1"/>
            </a:lvl1pPr>
          </a:lstStyle>
          <a:p>
            <a:r>
              <a:rPr lang="en-US"/>
              <a:t>Click to edit Master title style</a:t>
            </a:r>
          </a:p>
        </p:txBody>
      </p:sp>
      <p:sp>
        <p:nvSpPr>
          <p:cNvPr id="3" name="Content Placeholder 2"/>
          <p:cNvSpPr>
            <a:spLocks noGrp="1"/>
          </p:cNvSpPr>
          <p:nvPr>
            <p:ph idx="1"/>
          </p:nvPr>
        </p:nvSpPr>
        <p:spPr>
          <a:xfrm>
            <a:off x="4290060" y="291254"/>
            <a:ext cx="6134100" cy="6243321"/>
          </a:xfrm>
        </p:spPr>
        <p:txBody>
          <a:bodyPr/>
          <a:lstStyle>
            <a:lvl1pPr>
              <a:defRPr sz="3700"/>
            </a:lvl1pPr>
            <a:lvl2pPr>
              <a:defRPr sz="3200"/>
            </a:lvl2pPr>
            <a:lvl3pPr>
              <a:defRPr sz="2700"/>
            </a:lvl3pPr>
            <a:lvl4pPr>
              <a:defRPr sz="2300"/>
            </a:lvl4pPr>
            <a:lvl5pPr>
              <a:defRPr sz="2300"/>
            </a:lvl5pPr>
            <a:lvl6pPr>
              <a:defRPr sz="2300"/>
            </a:lvl6pPr>
            <a:lvl7pPr>
              <a:defRPr sz="2300"/>
            </a:lvl7pPr>
            <a:lvl8pPr>
              <a:defRPr sz="2300"/>
            </a:lvl8pPr>
            <a:lvl9pPr>
              <a:defRPr sz="2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548640" y="1530774"/>
            <a:ext cx="3609976" cy="5003801"/>
          </a:xfrm>
        </p:spPr>
        <p:txBody>
          <a:bodyPr/>
          <a:lstStyle>
            <a:lvl1pPr marL="0" indent="0">
              <a:buNone/>
              <a:defRPr sz="1600"/>
            </a:lvl1pPr>
            <a:lvl2pPr marL="522488" indent="0">
              <a:buNone/>
              <a:defRPr sz="1400"/>
            </a:lvl2pPr>
            <a:lvl3pPr marL="1044976" indent="0">
              <a:buNone/>
              <a:defRPr sz="1100"/>
            </a:lvl3pPr>
            <a:lvl4pPr marL="1567464" indent="0">
              <a:buNone/>
              <a:defRPr sz="1000"/>
            </a:lvl4pPr>
            <a:lvl5pPr marL="2089953" indent="0">
              <a:buNone/>
              <a:defRPr sz="1000"/>
            </a:lvl5pPr>
            <a:lvl6pPr marL="2612441" indent="0">
              <a:buNone/>
              <a:defRPr sz="1000"/>
            </a:lvl6pPr>
            <a:lvl7pPr marL="3134929" indent="0">
              <a:buNone/>
              <a:defRPr sz="1000"/>
            </a:lvl7pPr>
            <a:lvl8pPr marL="3657417" indent="0">
              <a:buNone/>
              <a:defRPr sz="1000"/>
            </a:lvl8pPr>
            <a:lvl9pPr marL="4179905"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621739E-3A20-4CD1-8108-A976540935D9}" type="datetime1">
              <a:rPr lang="en-US" smtClean="0"/>
              <a:t>2/9/2026</a:t>
            </a:fld>
            <a:endParaRPr lang="en-US"/>
          </a:p>
        </p:txBody>
      </p:sp>
      <p:sp>
        <p:nvSpPr>
          <p:cNvPr id="6" name="Footer Placeholder 5"/>
          <p:cNvSpPr>
            <a:spLocks noGrp="1"/>
          </p:cNvSpPr>
          <p:nvPr>
            <p:ph type="ftr" sz="quarter" idx="11"/>
          </p:nvPr>
        </p:nvSpPr>
        <p:spPr/>
        <p:txBody>
          <a:bodyPr/>
          <a:lstStyle/>
          <a:p>
            <a:r>
              <a:rPr lang="en-US" dirty="0"/>
              <a:t>Paper Id</a:t>
            </a:r>
            <a:r>
              <a:rPr lang="en-US"/>
              <a:t>; xxx;                                      </a:t>
            </a:r>
            <a:endParaRPr lang="en-US" dirty="0"/>
          </a:p>
        </p:txBody>
      </p:sp>
      <p:sp>
        <p:nvSpPr>
          <p:cNvPr id="7" name="Slide Number Placeholder 6"/>
          <p:cNvSpPr>
            <a:spLocks noGrp="1"/>
          </p:cNvSpPr>
          <p:nvPr>
            <p:ph type="sldNum" sz="quarter" idx="12"/>
          </p:nvPr>
        </p:nvSpPr>
        <p:spPr/>
        <p:txBody>
          <a:bodyPr/>
          <a:lstStyle/>
          <a:p>
            <a:fld id="{517981F7-C960-4643-A11D-5665A727B8F8}" type="slidenum">
              <a:rPr lang="en-US" smtClean="0"/>
              <a:pPr/>
              <a:t>‹#›</a:t>
            </a:fld>
            <a:endParaRPr lang="en-US"/>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150746" y="5120640"/>
            <a:ext cx="6583680" cy="604521"/>
          </a:xfrm>
        </p:spPr>
        <p:txBody>
          <a:bodyPr anchor="b"/>
          <a:lstStyle>
            <a:lvl1pPr algn="l">
              <a:defRPr sz="2300" b="1"/>
            </a:lvl1pPr>
          </a:lstStyle>
          <a:p>
            <a:r>
              <a:rPr lang="en-US"/>
              <a:t>Click to edit Master title style</a:t>
            </a:r>
          </a:p>
        </p:txBody>
      </p:sp>
      <p:sp>
        <p:nvSpPr>
          <p:cNvPr id="3" name="Picture Placeholder 2"/>
          <p:cNvSpPr>
            <a:spLocks noGrp="1"/>
          </p:cNvSpPr>
          <p:nvPr>
            <p:ph type="pic" idx="1"/>
          </p:nvPr>
        </p:nvSpPr>
        <p:spPr>
          <a:xfrm>
            <a:off x="2150746" y="653627"/>
            <a:ext cx="6583680" cy="4389120"/>
          </a:xfrm>
        </p:spPr>
        <p:txBody>
          <a:bodyPr/>
          <a:lstStyle>
            <a:lvl1pPr marL="0" indent="0">
              <a:buNone/>
              <a:defRPr sz="3700"/>
            </a:lvl1pPr>
            <a:lvl2pPr marL="522488" indent="0">
              <a:buNone/>
              <a:defRPr sz="3200"/>
            </a:lvl2pPr>
            <a:lvl3pPr marL="1044976" indent="0">
              <a:buNone/>
              <a:defRPr sz="2700"/>
            </a:lvl3pPr>
            <a:lvl4pPr marL="1567464" indent="0">
              <a:buNone/>
              <a:defRPr sz="2300"/>
            </a:lvl4pPr>
            <a:lvl5pPr marL="2089953" indent="0">
              <a:buNone/>
              <a:defRPr sz="2300"/>
            </a:lvl5pPr>
            <a:lvl6pPr marL="2612441" indent="0">
              <a:buNone/>
              <a:defRPr sz="2300"/>
            </a:lvl6pPr>
            <a:lvl7pPr marL="3134929" indent="0">
              <a:buNone/>
              <a:defRPr sz="2300"/>
            </a:lvl7pPr>
            <a:lvl8pPr marL="3657417" indent="0">
              <a:buNone/>
              <a:defRPr sz="2300"/>
            </a:lvl8pPr>
            <a:lvl9pPr marL="4179905" indent="0">
              <a:buNone/>
              <a:defRPr sz="2300"/>
            </a:lvl9pPr>
          </a:lstStyle>
          <a:p>
            <a:endParaRPr lang="en-US"/>
          </a:p>
        </p:txBody>
      </p:sp>
      <p:sp>
        <p:nvSpPr>
          <p:cNvPr id="4" name="Text Placeholder 3"/>
          <p:cNvSpPr>
            <a:spLocks noGrp="1"/>
          </p:cNvSpPr>
          <p:nvPr>
            <p:ph type="body" sz="half" idx="2"/>
          </p:nvPr>
        </p:nvSpPr>
        <p:spPr>
          <a:xfrm>
            <a:off x="2150746" y="5725161"/>
            <a:ext cx="6583680" cy="858519"/>
          </a:xfrm>
        </p:spPr>
        <p:txBody>
          <a:bodyPr/>
          <a:lstStyle>
            <a:lvl1pPr marL="0" indent="0">
              <a:buNone/>
              <a:defRPr sz="1600"/>
            </a:lvl1pPr>
            <a:lvl2pPr marL="522488" indent="0">
              <a:buNone/>
              <a:defRPr sz="1400"/>
            </a:lvl2pPr>
            <a:lvl3pPr marL="1044976" indent="0">
              <a:buNone/>
              <a:defRPr sz="1100"/>
            </a:lvl3pPr>
            <a:lvl4pPr marL="1567464" indent="0">
              <a:buNone/>
              <a:defRPr sz="1000"/>
            </a:lvl4pPr>
            <a:lvl5pPr marL="2089953" indent="0">
              <a:buNone/>
              <a:defRPr sz="1000"/>
            </a:lvl5pPr>
            <a:lvl6pPr marL="2612441" indent="0">
              <a:buNone/>
              <a:defRPr sz="1000"/>
            </a:lvl6pPr>
            <a:lvl7pPr marL="3134929" indent="0">
              <a:buNone/>
              <a:defRPr sz="1000"/>
            </a:lvl7pPr>
            <a:lvl8pPr marL="3657417" indent="0">
              <a:buNone/>
              <a:defRPr sz="1000"/>
            </a:lvl8pPr>
            <a:lvl9pPr marL="4179905"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61F400-18F0-44DB-94D4-C0200BB12E8C}" type="datetime1">
              <a:rPr lang="en-US" smtClean="0"/>
              <a:t>2/9/2026</a:t>
            </a:fld>
            <a:endParaRPr lang="en-US"/>
          </a:p>
        </p:txBody>
      </p:sp>
      <p:sp>
        <p:nvSpPr>
          <p:cNvPr id="6" name="Footer Placeholder 5"/>
          <p:cNvSpPr>
            <a:spLocks noGrp="1"/>
          </p:cNvSpPr>
          <p:nvPr>
            <p:ph type="ftr" sz="quarter" idx="11"/>
          </p:nvPr>
        </p:nvSpPr>
        <p:spPr/>
        <p:txBody>
          <a:bodyPr/>
          <a:lstStyle/>
          <a:p>
            <a:r>
              <a:rPr lang="en-US" dirty="0"/>
              <a:t>Paper Id</a:t>
            </a:r>
            <a:r>
              <a:rPr lang="en-US"/>
              <a:t>; xxx;                                      </a:t>
            </a:r>
            <a:endParaRPr lang="en-US" dirty="0"/>
          </a:p>
        </p:txBody>
      </p:sp>
      <p:sp>
        <p:nvSpPr>
          <p:cNvPr id="7" name="Slide Number Placeholder 6"/>
          <p:cNvSpPr>
            <a:spLocks noGrp="1"/>
          </p:cNvSpPr>
          <p:nvPr>
            <p:ph type="sldNum" sz="quarter" idx="12"/>
          </p:nvPr>
        </p:nvSpPr>
        <p:spPr/>
        <p:txBody>
          <a:bodyPr/>
          <a:lstStyle/>
          <a:p>
            <a:fld id="{517981F7-C960-4643-A11D-5665A727B8F8}" type="slidenum">
              <a:rPr lang="en-US" smtClean="0"/>
              <a:pPr/>
              <a:t>‹#›</a:t>
            </a:fld>
            <a:endParaRPr lang="en-US"/>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C853D09-6E7A-4BD7-8F07-5AAFB30B0D2A}" type="datetime1">
              <a:rPr lang="en-US" smtClean="0"/>
              <a:t>2/9/2026</a:t>
            </a:fld>
            <a:endParaRPr lang="en-US"/>
          </a:p>
        </p:txBody>
      </p:sp>
      <p:sp>
        <p:nvSpPr>
          <p:cNvPr id="5" name="Footer Placeholder 4"/>
          <p:cNvSpPr>
            <a:spLocks noGrp="1"/>
          </p:cNvSpPr>
          <p:nvPr>
            <p:ph type="ftr" sz="quarter" idx="11"/>
          </p:nvPr>
        </p:nvSpPr>
        <p:spPr/>
        <p:txBody>
          <a:bodyPr/>
          <a:lstStyle/>
          <a:p>
            <a:r>
              <a:rPr lang="en-US" dirty="0"/>
              <a:t>Paper Id</a:t>
            </a:r>
            <a:r>
              <a:rPr lang="en-US"/>
              <a:t>; xxx;                                      </a:t>
            </a:r>
            <a:endParaRPr lang="en-US" dirty="0"/>
          </a:p>
        </p:txBody>
      </p:sp>
      <p:sp>
        <p:nvSpPr>
          <p:cNvPr id="6" name="Slide Number Placeholder 5"/>
          <p:cNvSpPr>
            <a:spLocks noGrp="1"/>
          </p:cNvSpPr>
          <p:nvPr>
            <p:ph type="sldNum" sz="quarter" idx="12"/>
          </p:nvPr>
        </p:nvSpPr>
        <p:spPr/>
        <p:txBody>
          <a:bodyPr/>
          <a:lstStyle/>
          <a:p>
            <a:fld id="{517981F7-C960-4643-A11D-5665A727B8F8}" type="slidenum">
              <a:rPr lang="en-US" smtClean="0"/>
              <a:pPr/>
              <a:t>‹#›</a:t>
            </a:fld>
            <a:endParaRPr lang="en-US"/>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55280" y="292948"/>
            <a:ext cx="2468880" cy="6241627"/>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548640" y="292948"/>
            <a:ext cx="7223760" cy="624162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334C26F-075A-4EB0-B242-7A0B2F67143B}" type="datetime1">
              <a:rPr lang="en-US" smtClean="0"/>
              <a:t>2/9/2026</a:t>
            </a:fld>
            <a:endParaRPr lang="en-US"/>
          </a:p>
        </p:txBody>
      </p:sp>
      <p:sp>
        <p:nvSpPr>
          <p:cNvPr id="5" name="Footer Placeholder 4"/>
          <p:cNvSpPr>
            <a:spLocks noGrp="1"/>
          </p:cNvSpPr>
          <p:nvPr>
            <p:ph type="ftr" sz="quarter" idx="11"/>
          </p:nvPr>
        </p:nvSpPr>
        <p:spPr/>
        <p:txBody>
          <a:bodyPr/>
          <a:lstStyle/>
          <a:p>
            <a:r>
              <a:rPr lang="en-US" dirty="0"/>
              <a:t>Paper Id</a:t>
            </a:r>
            <a:r>
              <a:rPr lang="en-US"/>
              <a:t>; xxx;                                      </a:t>
            </a:r>
            <a:endParaRPr lang="en-US" dirty="0"/>
          </a:p>
        </p:txBody>
      </p:sp>
      <p:sp>
        <p:nvSpPr>
          <p:cNvPr id="6" name="Slide Number Placeholder 5"/>
          <p:cNvSpPr>
            <a:spLocks noGrp="1"/>
          </p:cNvSpPr>
          <p:nvPr>
            <p:ph type="sldNum" sz="quarter" idx="12"/>
          </p:nvPr>
        </p:nvSpPr>
        <p:spPr/>
        <p:txBody>
          <a:bodyPr/>
          <a:lstStyle/>
          <a:p>
            <a:fld id="{517981F7-C960-4643-A11D-5665A727B8F8}"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1.xml"/><Relationship Id="rId3" Type="http://schemas.openxmlformats.org/officeDocument/2006/relationships/slideLayout" Target="../slideLayouts/slideLayout26.xml"/><Relationship Id="rId7" Type="http://schemas.openxmlformats.org/officeDocument/2006/relationships/slideLayout" Target="../slideLayouts/slideLayout30.xml"/><Relationship Id="rId12" Type="http://schemas.openxmlformats.org/officeDocument/2006/relationships/theme" Target="../theme/theme3.xml"/><Relationship Id="rId2" Type="http://schemas.openxmlformats.org/officeDocument/2006/relationships/slideLayout" Target="../slideLayouts/slideLayout25.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5" Type="http://schemas.openxmlformats.org/officeDocument/2006/relationships/slideLayout" Target="../slideLayouts/slideLayout28.xml"/><Relationship Id="rId10" Type="http://schemas.openxmlformats.org/officeDocument/2006/relationships/slideLayout" Target="../slideLayouts/slideLayout33.xml"/><Relationship Id="rId4" Type="http://schemas.openxmlformats.org/officeDocument/2006/relationships/slideLayout" Target="../slideLayouts/slideLayout27.xml"/><Relationship Id="rId9" Type="http://schemas.openxmlformats.org/officeDocument/2006/relationships/slideLayout" Target="../slideLayouts/slideLayout3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48640" y="292947"/>
            <a:ext cx="9875520" cy="1219200"/>
          </a:xfrm>
          <a:prstGeom prst="rect">
            <a:avLst/>
          </a:prstGeom>
        </p:spPr>
        <p:txBody>
          <a:bodyPr vert="horz" lIns="104498" tIns="52249" rIns="104498" bIns="52249" rtlCol="0" anchor="ctr">
            <a:normAutofit/>
          </a:bodyPr>
          <a:lstStyle/>
          <a:p>
            <a:r>
              <a:rPr lang="en-US"/>
              <a:t>Click to edit Master title style</a:t>
            </a:r>
          </a:p>
        </p:txBody>
      </p:sp>
      <p:sp>
        <p:nvSpPr>
          <p:cNvPr id="3" name="Text Placeholder 2"/>
          <p:cNvSpPr>
            <a:spLocks noGrp="1"/>
          </p:cNvSpPr>
          <p:nvPr>
            <p:ph type="body" idx="1"/>
          </p:nvPr>
        </p:nvSpPr>
        <p:spPr>
          <a:xfrm>
            <a:off x="548640" y="1706880"/>
            <a:ext cx="9875520" cy="4827694"/>
          </a:xfrm>
          <a:prstGeom prst="rect">
            <a:avLst/>
          </a:prstGeom>
        </p:spPr>
        <p:txBody>
          <a:bodyPr vert="horz" lIns="104498" tIns="52249" rIns="104498" bIns="52249"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548640" y="6780107"/>
            <a:ext cx="2560320" cy="389467"/>
          </a:xfrm>
          <a:prstGeom prst="rect">
            <a:avLst/>
          </a:prstGeom>
        </p:spPr>
        <p:txBody>
          <a:bodyPr vert="horz" lIns="104498" tIns="52249" rIns="104498" bIns="52249" rtlCol="0" anchor="ctr"/>
          <a:lstStyle>
            <a:lvl1pPr algn="l">
              <a:defRPr sz="1400">
                <a:solidFill>
                  <a:schemeClr val="tx1">
                    <a:tint val="75000"/>
                  </a:schemeClr>
                </a:solidFill>
              </a:defRPr>
            </a:lvl1pPr>
          </a:lstStyle>
          <a:p>
            <a:fld id="{FDA751BF-881A-42B4-9836-0E3624F81B7F}" type="datetime1">
              <a:rPr lang="en-US" smtClean="0"/>
              <a:t>2/9/2026</a:t>
            </a:fld>
            <a:endParaRPr lang="en-US"/>
          </a:p>
        </p:txBody>
      </p:sp>
      <p:sp>
        <p:nvSpPr>
          <p:cNvPr id="5" name="Footer Placeholder 4"/>
          <p:cNvSpPr>
            <a:spLocks noGrp="1"/>
          </p:cNvSpPr>
          <p:nvPr>
            <p:ph type="ftr" sz="quarter" idx="3"/>
          </p:nvPr>
        </p:nvSpPr>
        <p:spPr>
          <a:xfrm>
            <a:off x="3749040" y="6780107"/>
            <a:ext cx="3474720" cy="389467"/>
          </a:xfrm>
          <a:prstGeom prst="rect">
            <a:avLst/>
          </a:prstGeom>
        </p:spPr>
        <p:txBody>
          <a:bodyPr vert="horz" lIns="104498" tIns="52249" rIns="104498" bIns="52249" rtlCol="0" anchor="ctr"/>
          <a:lstStyle>
            <a:lvl1pPr algn="ctr">
              <a:defRPr sz="1400">
                <a:solidFill>
                  <a:schemeClr val="tx1">
                    <a:tint val="75000"/>
                  </a:schemeClr>
                </a:solidFill>
              </a:defRPr>
            </a:lvl1pPr>
          </a:lstStyle>
          <a:p>
            <a:r>
              <a:rPr lang="en-US" dirty="0"/>
              <a:t>Paper Id</a:t>
            </a:r>
            <a:r>
              <a:rPr lang="en-US"/>
              <a:t>; xxx;                                      </a:t>
            </a:r>
            <a:endParaRPr lang="en-US" dirty="0"/>
          </a:p>
        </p:txBody>
      </p:sp>
      <p:sp>
        <p:nvSpPr>
          <p:cNvPr id="6" name="Slide Number Placeholder 5"/>
          <p:cNvSpPr>
            <a:spLocks noGrp="1"/>
          </p:cNvSpPr>
          <p:nvPr>
            <p:ph type="sldNum" sz="quarter" idx="4"/>
          </p:nvPr>
        </p:nvSpPr>
        <p:spPr>
          <a:xfrm>
            <a:off x="7863840" y="6780107"/>
            <a:ext cx="2560320" cy="389467"/>
          </a:xfrm>
          <a:prstGeom prst="rect">
            <a:avLst/>
          </a:prstGeom>
        </p:spPr>
        <p:txBody>
          <a:bodyPr vert="horz" lIns="104498" tIns="52249" rIns="104498" bIns="52249" rtlCol="0" anchor="ctr"/>
          <a:lstStyle>
            <a:lvl1pPr algn="r">
              <a:defRPr sz="1400">
                <a:solidFill>
                  <a:schemeClr val="tx1">
                    <a:tint val="75000"/>
                  </a:schemeClr>
                </a:solidFill>
              </a:defRPr>
            </a:lvl1pPr>
          </a:lstStyle>
          <a:p>
            <a:fld id="{3B9CCCBF-BA4C-41C7-B4F1-0E8CB8F13AC3}"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819" r:id="rId1"/>
    <p:sldLayoutId id="2147483820" r:id="rId2"/>
    <p:sldLayoutId id="2147483821" r:id="rId3"/>
    <p:sldLayoutId id="2147483822" r:id="rId4"/>
    <p:sldLayoutId id="2147483823" r:id="rId5"/>
    <p:sldLayoutId id="2147483824" r:id="rId6"/>
    <p:sldLayoutId id="2147483825" r:id="rId7"/>
    <p:sldLayoutId id="2147483826" r:id="rId8"/>
    <p:sldLayoutId id="2147483827" r:id="rId9"/>
    <p:sldLayoutId id="2147483828" r:id="rId10"/>
    <p:sldLayoutId id="2147483829" r:id="rId11"/>
    <p:sldLayoutId id="2147483830" r:id="rId12"/>
  </p:sldLayoutIdLst>
  <p:hf hdr="0" dt="0"/>
  <p:txStyles>
    <p:titleStyle>
      <a:lvl1pPr algn="ctr" defTabSz="1044976" rtl="0" eaLnBrk="1" latinLnBrk="0" hangingPunct="1">
        <a:spcBef>
          <a:spcPct val="0"/>
        </a:spcBef>
        <a:buNone/>
        <a:defRPr sz="5000" kern="1200">
          <a:solidFill>
            <a:schemeClr val="tx1"/>
          </a:solidFill>
          <a:latin typeface="+mj-lt"/>
          <a:ea typeface="+mj-ea"/>
          <a:cs typeface="+mj-cs"/>
        </a:defRPr>
      </a:lvl1pPr>
    </p:titleStyle>
    <p:bodyStyle>
      <a:lvl1pPr marL="391866" indent="-391866" algn="l" defTabSz="1044976" rtl="0" eaLnBrk="1" latinLnBrk="0" hangingPunct="1">
        <a:spcBef>
          <a:spcPct val="20000"/>
        </a:spcBef>
        <a:buFont typeface="Arial" pitchFamily="34" charset="0"/>
        <a:buChar char="•"/>
        <a:defRPr sz="3700" kern="1200">
          <a:solidFill>
            <a:schemeClr val="tx1"/>
          </a:solidFill>
          <a:latin typeface="+mn-lt"/>
          <a:ea typeface="+mn-ea"/>
          <a:cs typeface="+mn-cs"/>
        </a:defRPr>
      </a:lvl1pPr>
      <a:lvl2pPr marL="849043" indent="-326555" algn="l" defTabSz="1044976" rtl="0" eaLnBrk="1" latinLnBrk="0" hangingPunct="1">
        <a:spcBef>
          <a:spcPct val="20000"/>
        </a:spcBef>
        <a:buFont typeface="Arial" pitchFamily="34" charset="0"/>
        <a:buChar char="–"/>
        <a:defRPr sz="3200" kern="1200">
          <a:solidFill>
            <a:schemeClr val="tx1"/>
          </a:solidFill>
          <a:latin typeface="+mn-lt"/>
          <a:ea typeface="+mn-ea"/>
          <a:cs typeface="+mn-cs"/>
        </a:defRPr>
      </a:lvl2pPr>
      <a:lvl3pPr marL="1306220" indent="-261244" algn="l" defTabSz="1044976" rtl="0" eaLnBrk="1" latinLnBrk="0" hangingPunct="1">
        <a:spcBef>
          <a:spcPct val="20000"/>
        </a:spcBef>
        <a:buFont typeface="Arial" pitchFamily="34" charset="0"/>
        <a:buChar char="•"/>
        <a:defRPr sz="2700" kern="1200">
          <a:solidFill>
            <a:schemeClr val="tx1"/>
          </a:solidFill>
          <a:latin typeface="+mn-lt"/>
          <a:ea typeface="+mn-ea"/>
          <a:cs typeface="+mn-cs"/>
        </a:defRPr>
      </a:lvl3pPr>
      <a:lvl4pPr marL="1828709" indent="-261244" algn="l" defTabSz="1044976" rtl="0" eaLnBrk="1" latinLnBrk="0" hangingPunct="1">
        <a:spcBef>
          <a:spcPct val="20000"/>
        </a:spcBef>
        <a:buFont typeface="Arial" pitchFamily="34" charset="0"/>
        <a:buChar char="–"/>
        <a:defRPr sz="2300" kern="1200">
          <a:solidFill>
            <a:schemeClr val="tx1"/>
          </a:solidFill>
          <a:latin typeface="+mn-lt"/>
          <a:ea typeface="+mn-ea"/>
          <a:cs typeface="+mn-cs"/>
        </a:defRPr>
      </a:lvl4pPr>
      <a:lvl5pPr marL="2351197" indent="-261244" algn="l" defTabSz="1044976" rtl="0" eaLnBrk="1" latinLnBrk="0" hangingPunct="1">
        <a:spcBef>
          <a:spcPct val="20000"/>
        </a:spcBef>
        <a:buFont typeface="Arial" pitchFamily="34" charset="0"/>
        <a:buChar char="»"/>
        <a:defRPr sz="2300" kern="1200">
          <a:solidFill>
            <a:schemeClr val="tx1"/>
          </a:solidFill>
          <a:latin typeface="+mn-lt"/>
          <a:ea typeface="+mn-ea"/>
          <a:cs typeface="+mn-cs"/>
        </a:defRPr>
      </a:lvl5pPr>
      <a:lvl6pPr marL="2873685" indent="-261244" algn="l" defTabSz="1044976" rtl="0" eaLnBrk="1" latinLnBrk="0" hangingPunct="1">
        <a:spcBef>
          <a:spcPct val="20000"/>
        </a:spcBef>
        <a:buFont typeface="Arial" pitchFamily="34" charset="0"/>
        <a:buChar char="•"/>
        <a:defRPr sz="2300" kern="1200">
          <a:solidFill>
            <a:schemeClr val="tx1"/>
          </a:solidFill>
          <a:latin typeface="+mn-lt"/>
          <a:ea typeface="+mn-ea"/>
          <a:cs typeface="+mn-cs"/>
        </a:defRPr>
      </a:lvl6pPr>
      <a:lvl7pPr marL="3396173" indent="-261244" algn="l" defTabSz="1044976" rtl="0" eaLnBrk="1" latinLnBrk="0" hangingPunct="1">
        <a:spcBef>
          <a:spcPct val="20000"/>
        </a:spcBef>
        <a:buFont typeface="Arial" pitchFamily="34" charset="0"/>
        <a:buChar char="•"/>
        <a:defRPr sz="2300" kern="1200">
          <a:solidFill>
            <a:schemeClr val="tx1"/>
          </a:solidFill>
          <a:latin typeface="+mn-lt"/>
          <a:ea typeface="+mn-ea"/>
          <a:cs typeface="+mn-cs"/>
        </a:defRPr>
      </a:lvl7pPr>
      <a:lvl8pPr marL="3918661" indent="-261244" algn="l" defTabSz="1044976" rtl="0" eaLnBrk="1" latinLnBrk="0" hangingPunct="1">
        <a:spcBef>
          <a:spcPct val="20000"/>
        </a:spcBef>
        <a:buFont typeface="Arial" pitchFamily="34" charset="0"/>
        <a:buChar char="•"/>
        <a:defRPr sz="2300" kern="1200">
          <a:solidFill>
            <a:schemeClr val="tx1"/>
          </a:solidFill>
          <a:latin typeface="+mn-lt"/>
          <a:ea typeface="+mn-ea"/>
          <a:cs typeface="+mn-cs"/>
        </a:defRPr>
      </a:lvl8pPr>
      <a:lvl9pPr marL="4441149" indent="-261244" algn="l" defTabSz="1044976" rtl="0" eaLnBrk="1" latinLnBrk="0" hangingPunct="1">
        <a:spcBef>
          <a:spcPct val="20000"/>
        </a:spcBef>
        <a:buFont typeface="Arial" pitchFamily="34" charset="0"/>
        <a:buChar char="•"/>
        <a:defRPr sz="2300" kern="1200">
          <a:solidFill>
            <a:schemeClr val="tx1"/>
          </a:solidFill>
          <a:latin typeface="+mn-lt"/>
          <a:ea typeface="+mn-ea"/>
          <a:cs typeface="+mn-cs"/>
        </a:defRPr>
      </a:lvl9pPr>
    </p:bodyStyle>
    <p:otherStyle>
      <a:defPPr>
        <a:defRPr lang="en-US"/>
      </a:defPPr>
      <a:lvl1pPr marL="0" algn="l" defTabSz="1044976" rtl="0" eaLnBrk="1" latinLnBrk="0" hangingPunct="1">
        <a:defRPr sz="2100" kern="1200">
          <a:solidFill>
            <a:schemeClr val="tx1"/>
          </a:solidFill>
          <a:latin typeface="+mn-lt"/>
          <a:ea typeface="+mn-ea"/>
          <a:cs typeface="+mn-cs"/>
        </a:defRPr>
      </a:lvl1pPr>
      <a:lvl2pPr marL="522488" algn="l" defTabSz="1044976" rtl="0" eaLnBrk="1" latinLnBrk="0" hangingPunct="1">
        <a:defRPr sz="2100" kern="1200">
          <a:solidFill>
            <a:schemeClr val="tx1"/>
          </a:solidFill>
          <a:latin typeface="+mn-lt"/>
          <a:ea typeface="+mn-ea"/>
          <a:cs typeface="+mn-cs"/>
        </a:defRPr>
      </a:lvl2pPr>
      <a:lvl3pPr marL="1044976" algn="l" defTabSz="1044976" rtl="0" eaLnBrk="1" latinLnBrk="0" hangingPunct="1">
        <a:defRPr sz="2100" kern="1200">
          <a:solidFill>
            <a:schemeClr val="tx1"/>
          </a:solidFill>
          <a:latin typeface="+mn-lt"/>
          <a:ea typeface="+mn-ea"/>
          <a:cs typeface="+mn-cs"/>
        </a:defRPr>
      </a:lvl3pPr>
      <a:lvl4pPr marL="1567464" algn="l" defTabSz="1044976" rtl="0" eaLnBrk="1" latinLnBrk="0" hangingPunct="1">
        <a:defRPr sz="2100" kern="1200">
          <a:solidFill>
            <a:schemeClr val="tx1"/>
          </a:solidFill>
          <a:latin typeface="+mn-lt"/>
          <a:ea typeface="+mn-ea"/>
          <a:cs typeface="+mn-cs"/>
        </a:defRPr>
      </a:lvl4pPr>
      <a:lvl5pPr marL="2089953" algn="l" defTabSz="1044976" rtl="0" eaLnBrk="1" latinLnBrk="0" hangingPunct="1">
        <a:defRPr sz="2100" kern="1200">
          <a:solidFill>
            <a:schemeClr val="tx1"/>
          </a:solidFill>
          <a:latin typeface="+mn-lt"/>
          <a:ea typeface="+mn-ea"/>
          <a:cs typeface="+mn-cs"/>
        </a:defRPr>
      </a:lvl5pPr>
      <a:lvl6pPr marL="2612441" algn="l" defTabSz="1044976" rtl="0" eaLnBrk="1" latinLnBrk="0" hangingPunct="1">
        <a:defRPr sz="2100" kern="1200">
          <a:solidFill>
            <a:schemeClr val="tx1"/>
          </a:solidFill>
          <a:latin typeface="+mn-lt"/>
          <a:ea typeface="+mn-ea"/>
          <a:cs typeface="+mn-cs"/>
        </a:defRPr>
      </a:lvl6pPr>
      <a:lvl7pPr marL="3134929" algn="l" defTabSz="1044976" rtl="0" eaLnBrk="1" latinLnBrk="0" hangingPunct="1">
        <a:defRPr sz="2100" kern="1200">
          <a:solidFill>
            <a:schemeClr val="tx1"/>
          </a:solidFill>
          <a:latin typeface="+mn-lt"/>
          <a:ea typeface="+mn-ea"/>
          <a:cs typeface="+mn-cs"/>
        </a:defRPr>
      </a:lvl7pPr>
      <a:lvl8pPr marL="3657417" algn="l" defTabSz="1044976" rtl="0" eaLnBrk="1" latinLnBrk="0" hangingPunct="1">
        <a:defRPr sz="2100" kern="1200">
          <a:solidFill>
            <a:schemeClr val="tx1"/>
          </a:solidFill>
          <a:latin typeface="+mn-lt"/>
          <a:ea typeface="+mn-ea"/>
          <a:cs typeface="+mn-cs"/>
        </a:defRPr>
      </a:lvl8pPr>
      <a:lvl9pPr marL="4179905" algn="l" defTabSz="1044976" rtl="0" eaLnBrk="1" latinLnBrk="0" hangingPunct="1">
        <a:defRPr sz="21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48640" y="292947"/>
            <a:ext cx="9875520" cy="1219200"/>
          </a:xfrm>
          <a:prstGeom prst="rect">
            <a:avLst/>
          </a:prstGeom>
        </p:spPr>
        <p:txBody>
          <a:bodyPr vert="horz" lIns="104498" tIns="52249" rIns="104498" bIns="52249" rtlCol="0" anchor="ctr">
            <a:normAutofit/>
          </a:bodyPr>
          <a:lstStyle/>
          <a:p>
            <a:r>
              <a:rPr lang="en-US"/>
              <a:t>Click to edit Master title style</a:t>
            </a:r>
          </a:p>
        </p:txBody>
      </p:sp>
      <p:sp>
        <p:nvSpPr>
          <p:cNvPr id="3" name="Text Placeholder 2"/>
          <p:cNvSpPr>
            <a:spLocks noGrp="1"/>
          </p:cNvSpPr>
          <p:nvPr>
            <p:ph type="body" idx="1"/>
          </p:nvPr>
        </p:nvSpPr>
        <p:spPr>
          <a:xfrm>
            <a:off x="548640" y="1706880"/>
            <a:ext cx="9875520" cy="4827694"/>
          </a:xfrm>
          <a:prstGeom prst="rect">
            <a:avLst/>
          </a:prstGeom>
        </p:spPr>
        <p:txBody>
          <a:bodyPr vert="horz" lIns="104498" tIns="52249" rIns="104498" bIns="52249"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548640" y="6780107"/>
            <a:ext cx="2560320" cy="389467"/>
          </a:xfrm>
          <a:prstGeom prst="rect">
            <a:avLst/>
          </a:prstGeom>
        </p:spPr>
        <p:txBody>
          <a:bodyPr vert="horz" lIns="104498" tIns="52249" rIns="104498" bIns="52249" rtlCol="0" anchor="ctr"/>
          <a:lstStyle>
            <a:lvl1pPr algn="l">
              <a:defRPr sz="1400">
                <a:solidFill>
                  <a:schemeClr val="tx1">
                    <a:tint val="75000"/>
                  </a:schemeClr>
                </a:solidFill>
              </a:defRPr>
            </a:lvl1pPr>
          </a:lstStyle>
          <a:p>
            <a:fld id="{D2F34C84-454F-40A6-8B03-2366E35E094E}" type="datetime1">
              <a:rPr lang="en-US" smtClean="0"/>
              <a:t>2/9/2026</a:t>
            </a:fld>
            <a:endParaRPr lang="en-US"/>
          </a:p>
        </p:txBody>
      </p:sp>
      <p:sp>
        <p:nvSpPr>
          <p:cNvPr id="5" name="Footer Placeholder 4"/>
          <p:cNvSpPr>
            <a:spLocks noGrp="1"/>
          </p:cNvSpPr>
          <p:nvPr>
            <p:ph type="ftr" sz="quarter" idx="3"/>
          </p:nvPr>
        </p:nvSpPr>
        <p:spPr>
          <a:xfrm>
            <a:off x="3749040" y="6780107"/>
            <a:ext cx="3474720" cy="389467"/>
          </a:xfrm>
          <a:prstGeom prst="rect">
            <a:avLst/>
          </a:prstGeom>
        </p:spPr>
        <p:txBody>
          <a:bodyPr vert="horz" lIns="104498" tIns="52249" rIns="104498" bIns="52249" rtlCol="0" anchor="ctr"/>
          <a:lstStyle>
            <a:lvl1pPr algn="ctr">
              <a:defRPr sz="1400">
                <a:solidFill>
                  <a:schemeClr val="tx1">
                    <a:tint val="75000"/>
                  </a:schemeClr>
                </a:solidFill>
              </a:defRPr>
            </a:lvl1pPr>
          </a:lstStyle>
          <a:p>
            <a:r>
              <a:rPr lang="en-US" dirty="0"/>
              <a:t>Paper Id</a:t>
            </a:r>
            <a:r>
              <a:rPr lang="en-US"/>
              <a:t>; xxx;                                      </a:t>
            </a:r>
            <a:endParaRPr lang="en-US" dirty="0"/>
          </a:p>
        </p:txBody>
      </p:sp>
      <p:sp>
        <p:nvSpPr>
          <p:cNvPr id="6" name="Slide Number Placeholder 5"/>
          <p:cNvSpPr>
            <a:spLocks noGrp="1"/>
          </p:cNvSpPr>
          <p:nvPr>
            <p:ph type="sldNum" sz="quarter" idx="4"/>
          </p:nvPr>
        </p:nvSpPr>
        <p:spPr>
          <a:xfrm>
            <a:off x="7863840" y="6780107"/>
            <a:ext cx="2560320" cy="389467"/>
          </a:xfrm>
          <a:prstGeom prst="rect">
            <a:avLst/>
          </a:prstGeom>
        </p:spPr>
        <p:txBody>
          <a:bodyPr vert="horz" lIns="104498" tIns="52249" rIns="104498" bIns="52249" rtlCol="0" anchor="ctr"/>
          <a:lstStyle>
            <a:lvl1pPr algn="r">
              <a:defRPr sz="1400">
                <a:solidFill>
                  <a:schemeClr val="tx1">
                    <a:tint val="75000"/>
                  </a:schemeClr>
                </a:solidFill>
              </a:defRPr>
            </a:lvl1pPr>
          </a:lstStyle>
          <a:p>
            <a:fld id="{9207AE1A-C4D9-4E97-BABA-93F986C29736}"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857" r:id="rId1"/>
    <p:sldLayoutId id="2147483858" r:id="rId2"/>
    <p:sldLayoutId id="2147483859" r:id="rId3"/>
    <p:sldLayoutId id="2147483860" r:id="rId4"/>
    <p:sldLayoutId id="2147483861" r:id="rId5"/>
    <p:sldLayoutId id="2147483862" r:id="rId6"/>
    <p:sldLayoutId id="2147483863" r:id="rId7"/>
    <p:sldLayoutId id="2147483864" r:id="rId8"/>
    <p:sldLayoutId id="2147483865" r:id="rId9"/>
    <p:sldLayoutId id="2147483866" r:id="rId10"/>
    <p:sldLayoutId id="2147483867" r:id="rId11"/>
  </p:sldLayoutIdLst>
  <p:hf hdr="0" dt="0"/>
  <p:txStyles>
    <p:titleStyle>
      <a:lvl1pPr algn="ctr" defTabSz="1044976" rtl="0" eaLnBrk="1" latinLnBrk="0" hangingPunct="1">
        <a:spcBef>
          <a:spcPct val="0"/>
        </a:spcBef>
        <a:buNone/>
        <a:defRPr sz="5000" kern="1200">
          <a:solidFill>
            <a:schemeClr val="tx1"/>
          </a:solidFill>
          <a:latin typeface="+mj-lt"/>
          <a:ea typeface="+mj-ea"/>
          <a:cs typeface="+mj-cs"/>
        </a:defRPr>
      </a:lvl1pPr>
    </p:titleStyle>
    <p:bodyStyle>
      <a:lvl1pPr marL="391866" indent="-391866" algn="l" defTabSz="1044976" rtl="0" eaLnBrk="1" latinLnBrk="0" hangingPunct="1">
        <a:spcBef>
          <a:spcPct val="20000"/>
        </a:spcBef>
        <a:buFont typeface="Arial" pitchFamily="34" charset="0"/>
        <a:buChar char="•"/>
        <a:defRPr sz="3700" kern="1200">
          <a:solidFill>
            <a:schemeClr val="tx1"/>
          </a:solidFill>
          <a:latin typeface="+mn-lt"/>
          <a:ea typeface="+mn-ea"/>
          <a:cs typeface="+mn-cs"/>
        </a:defRPr>
      </a:lvl1pPr>
      <a:lvl2pPr marL="849043" indent="-326555" algn="l" defTabSz="1044976" rtl="0" eaLnBrk="1" latinLnBrk="0" hangingPunct="1">
        <a:spcBef>
          <a:spcPct val="20000"/>
        </a:spcBef>
        <a:buFont typeface="Arial" pitchFamily="34" charset="0"/>
        <a:buChar char="–"/>
        <a:defRPr sz="3200" kern="1200">
          <a:solidFill>
            <a:schemeClr val="tx1"/>
          </a:solidFill>
          <a:latin typeface="+mn-lt"/>
          <a:ea typeface="+mn-ea"/>
          <a:cs typeface="+mn-cs"/>
        </a:defRPr>
      </a:lvl2pPr>
      <a:lvl3pPr marL="1306220" indent="-261244" algn="l" defTabSz="1044976" rtl="0" eaLnBrk="1" latinLnBrk="0" hangingPunct="1">
        <a:spcBef>
          <a:spcPct val="20000"/>
        </a:spcBef>
        <a:buFont typeface="Arial" pitchFamily="34" charset="0"/>
        <a:buChar char="•"/>
        <a:defRPr sz="2700" kern="1200">
          <a:solidFill>
            <a:schemeClr val="tx1"/>
          </a:solidFill>
          <a:latin typeface="+mn-lt"/>
          <a:ea typeface="+mn-ea"/>
          <a:cs typeface="+mn-cs"/>
        </a:defRPr>
      </a:lvl3pPr>
      <a:lvl4pPr marL="1828709" indent="-261244" algn="l" defTabSz="1044976" rtl="0" eaLnBrk="1" latinLnBrk="0" hangingPunct="1">
        <a:spcBef>
          <a:spcPct val="20000"/>
        </a:spcBef>
        <a:buFont typeface="Arial" pitchFamily="34" charset="0"/>
        <a:buChar char="–"/>
        <a:defRPr sz="2300" kern="1200">
          <a:solidFill>
            <a:schemeClr val="tx1"/>
          </a:solidFill>
          <a:latin typeface="+mn-lt"/>
          <a:ea typeface="+mn-ea"/>
          <a:cs typeface="+mn-cs"/>
        </a:defRPr>
      </a:lvl4pPr>
      <a:lvl5pPr marL="2351197" indent="-261244" algn="l" defTabSz="1044976" rtl="0" eaLnBrk="1" latinLnBrk="0" hangingPunct="1">
        <a:spcBef>
          <a:spcPct val="20000"/>
        </a:spcBef>
        <a:buFont typeface="Arial" pitchFamily="34" charset="0"/>
        <a:buChar char="»"/>
        <a:defRPr sz="2300" kern="1200">
          <a:solidFill>
            <a:schemeClr val="tx1"/>
          </a:solidFill>
          <a:latin typeface="+mn-lt"/>
          <a:ea typeface="+mn-ea"/>
          <a:cs typeface="+mn-cs"/>
        </a:defRPr>
      </a:lvl5pPr>
      <a:lvl6pPr marL="2873685" indent="-261244" algn="l" defTabSz="1044976" rtl="0" eaLnBrk="1" latinLnBrk="0" hangingPunct="1">
        <a:spcBef>
          <a:spcPct val="20000"/>
        </a:spcBef>
        <a:buFont typeface="Arial" pitchFamily="34" charset="0"/>
        <a:buChar char="•"/>
        <a:defRPr sz="2300" kern="1200">
          <a:solidFill>
            <a:schemeClr val="tx1"/>
          </a:solidFill>
          <a:latin typeface="+mn-lt"/>
          <a:ea typeface="+mn-ea"/>
          <a:cs typeface="+mn-cs"/>
        </a:defRPr>
      </a:lvl6pPr>
      <a:lvl7pPr marL="3396173" indent="-261244" algn="l" defTabSz="1044976" rtl="0" eaLnBrk="1" latinLnBrk="0" hangingPunct="1">
        <a:spcBef>
          <a:spcPct val="20000"/>
        </a:spcBef>
        <a:buFont typeface="Arial" pitchFamily="34" charset="0"/>
        <a:buChar char="•"/>
        <a:defRPr sz="2300" kern="1200">
          <a:solidFill>
            <a:schemeClr val="tx1"/>
          </a:solidFill>
          <a:latin typeface="+mn-lt"/>
          <a:ea typeface="+mn-ea"/>
          <a:cs typeface="+mn-cs"/>
        </a:defRPr>
      </a:lvl7pPr>
      <a:lvl8pPr marL="3918661" indent="-261244" algn="l" defTabSz="1044976" rtl="0" eaLnBrk="1" latinLnBrk="0" hangingPunct="1">
        <a:spcBef>
          <a:spcPct val="20000"/>
        </a:spcBef>
        <a:buFont typeface="Arial" pitchFamily="34" charset="0"/>
        <a:buChar char="•"/>
        <a:defRPr sz="2300" kern="1200">
          <a:solidFill>
            <a:schemeClr val="tx1"/>
          </a:solidFill>
          <a:latin typeface="+mn-lt"/>
          <a:ea typeface="+mn-ea"/>
          <a:cs typeface="+mn-cs"/>
        </a:defRPr>
      </a:lvl8pPr>
      <a:lvl9pPr marL="4441149" indent="-261244" algn="l" defTabSz="1044976" rtl="0" eaLnBrk="1" latinLnBrk="0" hangingPunct="1">
        <a:spcBef>
          <a:spcPct val="20000"/>
        </a:spcBef>
        <a:buFont typeface="Arial" pitchFamily="34" charset="0"/>
        <a:buChar char="•"/>
        <a:defRPr sz="2300" kern="1200">
          <a:solidFill>
            <a:schemeClr val="tx1"/>
          </a:solidFill>
          <a:latin typeface="+mn-lt"/>
          <a:ea typeface="+mn-ea"/>
          <a:cs typeface="+mn-cs"/>
        </a:defRPr>
      </a:lvl9pPr>
    </p:bodyStyle>
    <p:otherStyle>
      <a:defPPr>
        <a:defRPr lang="en-US"/>
      </a:defPPr>
      <a:lvl1pPr marL="0" algn="l" defTabSz="1044976" rtl="0" eaLnBrk="1" latinLnBrk="0" hangingPunct="1">
        <a:defRPr sz="2100" kern="1200">
          <a:solidFill>
            <a:schemeClr val="tx1"/>
          </a:solidFill>
          <a:latin typeface="+mn-lt"/>
          <a:ea typeface="+mn-ea"/>
          <a:cs typeface="+mn-cs"/>
        </a:defRPr>
      </a:lvl1pPr>
      <a:lvl2pPr marL="522488" algn="l" defTabSz="1044976" rtl="0" eaLnBrk="1" latinLnBrk="0" hangingPunct="1">
        <a:defRPr sz="2100" kern="1200">
          <a:solidFill>
            <a:schemeClr val="tx1"/>
          </a:solidFill>
          <a:latin typeface="+mn-lt"/>
          <a:ea typeface="+mn-ea"/>
          <a:cs typeface="+mn-cs"/>
        </a:defRPr>
      </a:lvl2pPr>
      <a:lvl3pPr marL="1044976" algn="l" defTabSz="1044976" rtl="0" eaLnBrk="1" latinLnBrk="0" hangingPunct="1">
        <a:defRPr sz="2100" kern="1200">
          <a:solidFill>
            <a:schemeClr val="tx1"/>
          </a:solidFill>
          <a:latin typeface="+mn-lt"/>
          <a:ea typeface="+mn-ea"/>
          <a:cs typeface="+mn-cs"/>
        </a:defRPr>
      </a:lvl3pPr>
      <a:lvl4pPr marL="1567464" algn="l" defTabSz="1044976" rtl="0" eaLnBrk="1" latinLnBrk="0" hangingPunct="1">
        <a:defRPr sz="2100" kern="1200">
          <a:solidFill>
            <a:schemeClr val="tx1"/>
          </a:solidFill>
          <a:latin typeface="+mn-lt"/>
          <a:ea typeface="+mn-ea"/>
          <a:cs typeface="+mn-cs"/>
        </a:defRPr>
      </a:lvl4pPr>
      <a:lvl5pPr marL="2089953" algn="l" defTabSz="1044976" rtl="0" eaLnBrk="1" latinLnBrk="0" hangingPunct="1">
        <a:defRPr sz="2100" kern="1200">
          <a:solidFill>
            <a:schemeClr val="tx1"/>
          </a:solidFill>
          <a:latin typeface="+mn-lt"/>
          <a:ea typeface="+mn-ea"/>
          <a:cs typeface="+mn-cs"/>
        </a:defRPr>
      </a:lvl5pPr>
      <a:lvl6pPr marL="2612441" algn="l" defTabSz="1044976" rtl="0" eaLnBrk="1" latinLnBrk="0" hangingPunct="1">
        <a:defRPr sz="2100" kern="1200">
          <a:solidFill>
            <a:schemeClr val="tx1"/>
          </a:solidFill>
          <a:latin typeface="+mn-lt"/>
          <a:ea typeface="+mn-ea"/>
          <a:cs typeface="+mn-cs"/>
        </a:defRPr>
      </a:lvl6pPr>
      <a:lvl7pPr marL="3134929" algn="l" defTabSz="1044976" rtl="0" eaLnBrk="1" latinLnBrk="0" hangingPunct="1">
        <a:defRPr sz="2100" kern="1200">
          <a:solidFill>
            <a:schemeClr val="tx1"/>
          </a:solidFill>
          <a:latin typeface="+mn-lt"/>
          <a:ea typeface="+mn-ea"/>
          <a:cs typeface="+mn-cs"/>
        </a:defRPr>
      </a:lvl7pPr>
      <a:lvl8pPr marL="3657417" algn="l" defTabSz="1044976" rtl="0" eaLnBrk="1" latinLnBrk="0" hangingPunct="1">
        <a:defRPr sz="2100" kern="1200">
          <a:solidFill>
            <a:schemeClr val="tx1"/>
          </a:solidFill>
          <a:latin typeface="+mn-lt"/>
          <a:ea typeface="+mn-ea"/>
          <a:cs typeface="+mn-cs"/>
        </a:defRPr>
      </a:lvl8pPr>
      <a:lvl9pPr marL="4179905" algn="l" defTabSz="1044976" rtl="0" eaLnBrk="1" latinLnBrk="0" hangingPunct="1">
        <a:defRPr sz="21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48640" y="292947"/>
            <a:ext cx="9875520" cy="1219200"/>
          </a:xfrm>
          <a:prstGeom prst="rect">
            <a:avLst/>
          </a:prstGeom>
        </p:spPr>
        <p:txBody>
          <a:bodyPr vert="horz" lIns="104498" tIns="52249" rIns="104498" bIns="52249" rtlCol="0" anchor="ctr">
            <a:normAutofit/>
          </a:bodyPr>
          <a:lstStyle/>
          <a:p>
            <a:r>
              <a:rPr lang="en-US"/>
              <a:t>Click to edit Master title style</a:t>
            </a:r>
          </a:p>
        </p:txBody>
      </p:sp>
      <p:sp>
        <p:nvSpPr>
          <p:cNvPr id="3" name="Text Placeholder 2"/>
          <p:cNvSpPr>
            <a:spLocks noGrp="1"/>
          </p:cNvSpPr>
          <p:nvPr>
            <p:ph type="body" idx="1"/>
          </p:nvPr>
        </p:nvSpPr>
        <p:spPr>
          <a:xfrm>
            <a:off x="548640" y="1706880"/>
            <a:ext cx="9875520" cy="4827694"/>
          </a:xfrm>
          <a:prstGeom prst="rect">
            <a:avLst/>
          </a:prstGeom>
        </p:spPr>
        <p:txBody>
          <a:bodyPr vert="horz" lIns="104498" tIns="52249" rIns="104498" bIns="52249"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548640" y="6780107"/>
            <a:ext cx="2560320" cy="389467"/>
          </a:xfrm>
          <a:prstGeom prst="rect">
            <a:avLst/>
          </a:prstGeom>
        </p:spPr>
        <p:txBody>
          <a:bodyPr vert="horz" lIns="104498" tIns="52249" rIns="104498" bIns="52249" rtlCol="0" anchor="ctr"/>
          <a:lstStyle>
            <a:lvl1pPr algn="l">
              <a:defRPr sz="1400">
                <a:solidFill>
                  <a:schemeClr val="tx1">
                    <a:tint val="75000"/>
                  </a:schemeClr>
                </a:solidFill>
              </a:defRPr>
            </a:lvl1pPr>
          </a:lstStyle>
          <a:p>
            <a:fld id="{645FF399-2FE6-4166-9D54-338ACF6B2070}" type="datetime1">
              <a:rPr lang="en-US" smtClean="0"/>
              <a:t>2/9/2026</a:t>
            </a:fld>
            <a:endParaRPr lang="en-US"/>
          </a:p>
        </p:txBody>
      </p:sp>
      <p:sp>
        <p:nvSpPr>
          <p:cNvPr id="5" name="Footer Placeholder 4"/>
          <p:cNvSpPr>
            <a:spLocks noGrp="1"/>
          </p:cNvSpPr>
          <p:nvPr>
            <p:ph type="ftr" sz="quarter" idx="3"/>
          </p:nvPr>
        </p:nvSpPr>
        <p:spPr>
          <a:xfrm>
            <a:off x="3749040" y="6780107"/>
            <a:ext cx="3474720" cy="389467"/>
          </a:xfrm>
          <a:prstGeom prst="rect">
            <a:avLst/>
          </a:prstGeom>
        </p:spPr>
        <p:txBody>
          <a:bodyPr vert="horz" lIns="104498" tIns="52249" rIns="104498" bIns="52249" rtlCol="0" anchor="ctr"/>
          <a:lstStyle>
            <a:lvl1pPr algn="ctr">
              <a:defRPr sz="1400">
                <a:solidFill>
                  <a:schemeClr val="tx1">
                    <a:tint val="75000"/>
                  </a:schemeClr>
                </a:solidFill>
              </a:defRPr>
            </a:lvl1pPr>
          </a:lstStyle>
          <a:p>
            <a:r>
              <a:rPr lang="en-US" dirty="0"/>
              <a:t>Paper Id</a:t>
            </a:r>
            <a:r>
              <a:rPr lang="en-US"/>
              <a:t>; xxx;                                      </a:t>
            </a:r>
            <a:endParaRPr lang="en-US" dirty="0"/>
          </a:p>
        </p:txBody>
      </p:sp>
      <p:sp>
        <p:nvSpPr>
          <p:cNvPr id="6" name="Slide Number Placeholder 5"/>
          <p:cNvSpPr>
            <a:spLocks noGrp="1"/>
          </p:cNvSpPr>
          <p:nvPr>
            <p:ph type="sldNum" sz="quarter" idx="4"/>
          </p:nvPr>
        </p:nvSpPr>
        <p:spPr>
          <a:xfrm>
            <a:off x="7863840" y="6780107"/>
            <a:ext cx="2560320" cy="389467"/>
          </a:xfrm>
          <a:prstGeom prst="rect">
            <a:avLst/>
          </a:prstGeom>
        </p:spPr>
        <p:txBody>
          <a:bodyPr vert="horz" lIns="104498" tIns="52249" rIns="104498" bIns="52249" rtlCol="0" anchor="ctr"/>
          <a:lstStyle>
            <a:lvl1pPr algn="r">
              <a:defRPr sz="1400">
                <a:solidFill>
                  <a:schemeClr val="tx1">
                    <a:tint val="75000"/>
                  </a:schemeClr>
                </a:solidFill>
              </a:defRPr>
            </a:lvl1pPr>
          </a:lstStyle>
          <a:p>
            <a:fld id="{517981F7-C960-4643-A11D-5665A727B8F8}"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832" r:id="rId1"/>
    <p:sldLayoutId id="2147483833" r:id="rId2"/>
    <p:sldLayoutId id="2147483834" r:id="rId3"/>
    <p:sldLayoutId id="2147483835" r:id="rId4"/>
    <p:sldLayoutId id="2147483836" r:id="rId5"/>
    <p:sldLayoutId id="2147483837" r:id="rId6"/>
    <p:sldLayoutId id="2147483838" r:id="rId7"/>
    <p:sldLayoutId id="2147483839" r:id="rId8"/>
    <p:sldLayoutId id="2147483840" r:id="rId9"/>
    <p:sldLayoutId id="2147483841" r:id="rId10"/>
    <p:sldLayoutId id="2147483842" r:id="rId11"/>
  </p:sldLayoutIdLst>
  <p:hf hdr="0" dt="0"/>
  <p:txStyles>
    <p:titleStyle>
      <a:lvl1pPr algn="ctr" defTabSz="1044976" rtl="0" eaLnBrk="1" latinLnBrk="0" hangingPunct="1">
        <a:spcBef>
          <a:spcPct val="0"/>
        </a:spcBef>
        <a:buNone/>
        <a:defRPr sz="5000" kern="1200">
          <a:solidFill>
            <a:schemeClr val="tx1"/>
          </a:solidFill>
          <a:latin typeface="+mj-lt"/>
          <a:ea typeface="+mj-ea"/>
          <a:cs typeface="+mj-cs"/>
        </a:defRPr>
      </a:lvl1pPr>
    </p:titleStyle>
    <p:bodyStyle>
      <a:lvl1pPr marL="391866" indent="-391866" algn="l" defTabSz="1044976" rtl="0" eaLnBrk="1" latinLnBrk="0" hangingPunct="1">
        <a:spcBef>
          <a:spcPct val="20000"/>
        </a:spcBef>
        <a:buFont typeface="Arial" pitchFamily="34" charset="0"/>
        <a:buChar char="•"/>
        <a:defRPr sz="3700" kern="1200">
          <a:solidFill>
            <a:schemeClr val="tx1"/>
          </a:solidFill>
          <a:latin typeface="+mn-lt"/>
          <a:ea typeface="+mn-ea"/>
          <a:cs typeface="+mn-cs"/>
        </a:defRPr>
      </a:lvl1pPr>
      <a:lvl2pPr marL="849043" indent="-326555" algn="l" defTabSz="1044976" rtl="0" eaLnBrk="1" latinLnBrk="0" hangingPunct="1">
        <a:spcBef>
          <a:spcPct val="20000"/>
        </a:spcBef>
        <a:buFont typeface="Arial" pitchFamily="34" charset="0"/>
        <a:buChar char="–"/>
        <a:defRPr sz="3200" kern="1200">
          <a:solidFill>
            <a:schemeClr val="tx1"/>
          </a:solidFill>
          <a:latin typeface="+mn-lt"/>
          <a:ea typeface="+mn-ea"/>
          <a:cs typeface="+mn-cs"/>
        </a:defRPr>
      </a:lvl2pPr>
      <a:lvl3pPr marL="1306220" indent="-261244" algn="l" defTabSz="1044976" rtl="0" eaLnBrk="1" latinLnBrk="0" hangingPunct="1">
        <a:spcBef>
          <a:spcPct val="20000"/>
        </a:spcBef>
        <a:buFont typeface="Arial" pitchFamily="34" charset="0"/>
        <a:buChar char="•"/>
        <a:defRPr sz="2700" kern="1200">
          <a:solidFill>
            <a:schemeClr val="tx1"/>
          </a:solidFill>
          <a:latin typeface="+mn-lt"/>
          <a:ea typeface="+mn-ea"/>
          <a:cs typeface="+mn-cs"/>
        </a:defRPr>
      </a:lvl3pPr>
      <a:lvl4pPr marL="1828709" indent="-261244" algn="l" defTabSz="1044976" rtl="0" eaLnBrk="1" latinLnBrk="0" hangingPunct="1">
        <a:spcBef>
          <a:spcPct val="20000"/>
        </a:spcBef>
        <a:buFont typeface="Arial" pitchFamily="34" charset="0"/>
        <a:buChar char="–"/>
        <a:defRPr sz="2300" kern="1200">
          <a:solidFill>
            <a:schemeClr val="tx1"/>
          </a:solidFill>
          <a:latin typeface="+mn-lt"/>
          <a:ea typeface="+mn-ea"/>
          <a:cs typeface="+mn-cs"/>
        </a:defRPr>
      </a:lvl4pPr>
      <a:lvl5pPr marL="2351197" indent="-261244" algn="l" defTabSz="1044976" rtl="0" eaLnBrk="1" latinLnBrk="0" hangingPunct="1">
        <a:spcBef>
          <a:spcPct val="20000"/>
        </a:spcBef>
        <a:buFont typeface="Arial" pitchFamily="34" charset="0"/>
        <a:buChar char="»"/>
        <a:defRPr sz="2300" kern="1200">
          <a:solidFill>
            <a:schemeClr val="tx1"/>
          </a:solidFill>
          <a:latin typeface="+mn-lt"/>
          <a:ea typeface="+mn-ea"/>
          <a:cs typeface="+mn-cs"/>
        </a:defRPr>
      </a:lvl5pPr>
      <a:lvl6pPr marL="2873685" indent="-261244" algn="l" defTabSz="1044976" rtl="0" eaLnBrk="1" latinLnBrk="0" hangingPunct="1">
        <a:spcBef>
          <a:spcPct val="20000"/>
        </a:spcBef>
        <a:buFont typeface="Arial" pitchFamily="34" charset="0"/>
        <a:buChar char="•"/>
        <a:defRPr sz="2300" kern="1200">
          <a:solidFill>
            <a:schemeClr val="tx1"/>
          </a:solidFill>
          <a:latin typeface="+mn-lt"/>
          <a:ea typeface="+mn-ea"/>
          <a:cs typeface="+mn-cs"/>
        </a:defRPr>
      </a:lvl6pPr>
      <a:lvl7pPr marL="3396173" indent="-261244" algn="l" defTabSz="1044976" rtl="0" eaLnBrk="1" latinLnBrk="0" hangingPunct="1">
        <a:spcBef>
          <a:spcPct val="20000"/>
        </a:spcBef>
        <a:buFont typeface="Arial" pitchFamily="34" charset="0"/>
        <a:buChar char="•"/>
        <a:defRPr sz="2300" kern="1200">
          <a:solidFill>
            <a:schemeClr val="tx1"/>
          </a:solidFill>
          <a:latin typeface="+mn-lt"/>
          <a:ea typeface="+mn-ea"/>
          <a:cs typeface="+mn-cs"/>
        </a:defRPr>
      </a:lvl7pPr>
      <a:lvl8pPr marL="3918661" indent="-261244" algn="l" defTabSz="1044976" rtl="0" eaLnBrk="1" latinLnBrk="0" hangingPunct="1">
        <a:spcBef>
          <a:spcPct val="20000"/>
        </a:spcBef>
        <a:buFont typeface="Arial" pitchFamily="34" charset="0"/>
        <a:buChar char="•"/>
        <a:defRPr sz="2300" kern="1200">
          <a:solidFill>
            <a:schemeClr val="tx1"/>
          </a:solidFill>
          <a:latin typeface="+mn-lt"/>
          <a:ea typeface="+mn-ea"/>
          <a:cs typeface="+mn-cs"/>
        </a:defRPr>
      </a:lvl8pPr>
      <a:lvl9pPr marL="4441149" indent="-261244" algn="l" defTabSz="1044976" rtl="0" eaLnBrk="1" latinLnBrk="0" hangingPunct="1">
        <a:spcBef>
          <a:spcPct val="20000"/>
        </a:spcBef>
        <a:buFont typeface="Arial" pitchFamily="34" charset="0"/>
        <a:buChar char="•"/>
        <a:defRPr sz="2300" kern="1200">
          <a:solidFill>
            <a:schemeClr val="tx1"/>
          </a:solidFill>
          <a:latin typeface="+mn-lt"/>
          <a:ea typeface="+mn-ea"/>
          <a:cs typeface="+mn-cs"/>
        </a:defRPr>
      </a:lvl9pPr>
    </p:bodyStyle>
    <p:otherStyle>
      <a:defPPr>
        <a:defRPr lang="en-US"/>
      </a:defPPr>
      <a:lvl1pPr marL="0" algn="l" defTabSz="1044976" rtl="0" eaLnBrk="1" latinLnBrk="0" hangingPunct="1">
        <a:defRPr sz="2100" kern="1200">
          <a:solidFill>
            <a:schemeClr val="tx1"/>
          </a:solidFill>
          <a:latin typeface="+mn-lt"/>
          <a:ea typeface="+mn-ea"/>
          <a:cs typeface="+mn-cs"/>
        </a:defRPr>
      </a:lvl1pPr>
      <a:lvl2pPr marL="522488" algn="l" defTabSz="1044976" rtl="0" eaLnBrk="1" latinLnBrk="0" hangingPunct="1">
        <a:defRPr sz="2100" kern="1200">
          <a:solidFill>
            <a:schemeClr val="tx1"/>
          </a:solidFill>
          <a:latin typeface="+mn-lt"/>
          <a:ea typeface="+mn-ea"/>
          <a:cs typeface="+mn-cs"/>
        </a:defRPr>
      </a:lvl2pPr>
      <a:lvl3pPr marL="1044976" algn="l" defTabSz="1044976" rtl="0" eaLnBrk="1" latinLnBrk="0" hangingPunct="1">
        <a:defRPr sz="2100" kern="1200">
          <a:solidFill>
            <a:schemeClr val="tx1"/>
          </a:solidFill>
          <a:latin typeface="+mn-lt"/>
          <a:ea typeface="+mn-ea"/>
          <a:cs typeface="+mn-cs"/>
        </a:defRPr>
      </a:lvl3pPr>
      <a:lvl4pPr marL="1567464" algn="l" defTabSz="1044976" rtl="0" eaLnBrk="1" latinLnBrk="0" hangingPunct="1">
        <a:defRPr sz="2100" kern="1200">
          <a:solidFill>
            <a:schemeClr val="tx1"/>
          </a:solidFill>
          <a:latin typeface="+mn-lt"/>
          <a:ea typeface="+mn-ea"/>
          <a:cs typeface="+mn-cs"/>
        </a:defRPr>
      </a:lvl4pPr>
      <a:lvl5pPr marL="2089953" algn="l" defTabSz="1044976" rtl="0" eaLnBrk="1" latinLnBrk="0" hangingPunct="1">
        <a:defRPr sz="2100" kern="1200">
          <a:solidFill>
            <a:schemeClr val="tx1"/>
          </a:solidFill>
          <a:latin typeface="+mn-lt"/>
          <a:ea typeface="+mn-ea"/>
          <a:cs typeface="+mn-cs"/>
        </a:defRPr>
      </a:lvl5pPr>
      <a:lvl6pPr marL="2612441" algn="l" defTabSz="1044976" rtl="0" eaLnBrk="1" latinLnBrk="0" hangingPunct="1">
        <a:defRPr sz="2100" kern="1200">
          <a:solidFill>
            <a:schemeClr val="tx1"/>
          </a:solidFill>
          <a:latin typeface="+mn-lt"/>
          <a:ea typeface="+mn-ea"/>
          <a:cs typeface="+mn-cs"/>
        </a:defRPr>
      </a:lvl6pPr>
      <a:lvl7pPr marL="3134929" algn="l" defTabSz="1044976" rtl="0" eaLnBrk="1" latinLnBrk="0" hangingPunct="1">
        <a:defRPr sz="2100" kern="1200">
          <a:solidFill>
            <a:schemeClr val="tx1"/>
          </a:solidFill>
          <a:latin typeface="+mn-lt"/>
          <a:ea typeface="+mn-ea"/>
          <a:cs typeface="+mn-cs"/>
        </a:defRPr>
      </a:lvl7pPr>
      <a:lvl8pPr marL="3657417" algn="l" defTabSz="1044976" rtl="0" eaLnBrk="1" latinLnBrk="0" hangingPunct="1">
        <a:defRPr sz="2100" kern="1200">
          <a:solidFill>
            <a:schemeClr val="tx1"/>
          </a:solidFill>
          <a:latin typeface="+mn-lt"/>
          <a:ea typeface="+mn-ea"/>
          <a:cs typeface="+mn-cs"/>
        </a:defRPr>
      </a:lvl8pPr>
      <a:lvl9pPr marL="4179905" algn="l" defTabSz="1044976" rtl="0" eaLnBrk="1" latinLnBrk="0" hangingPunct="1">
        <a:defRPr sz="21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2.jpeg"/><Relationship Id="rId4" Type="http://schemas.openxmlformats.org/officeDocument/2006/relationships/hyperlink" Target="mailto:prekshas_ece@ksit.edu.in" TargetMode="Externa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2.xml"/><Relationship Id="rId5" Type="http://schemas.openxmlformats.org/officeDocument/2006/relationships/image" Target="../media/image2.jpeg"/><Relationship Id="rId4" Type="http://schemas.openxmlformats.org/officeDocument/2006/relationships/image" Target="../media/image3.jpe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4.jpe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2.jpe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7.jpg"/><Relationship Id="rId5" Type="http://schemas.openxmlformats.org/officeDocument/2006/relationships/image" Target="../media/image6.jpg"/><Relationship Id="rId4" Type="http://schemas.openxmlformats.org/officeDocument/2006/relationships/image" Target="../media/image2.jpe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9.jpg"/><Relationship Id="rId5" Type="http://schemas.openxmlformats.org/officeDocument/2006/relationships/image" Target="../media/image8.jpg"/><Relationship Id="rId4" Type="http://schemas.openxmlformats.org/officeDocument/2006/relationships/image" Target="../media/image2.jpe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11.jpg"/><Relationship Id="rId5" Type="http://schemas.openxmlformats.org/officeDocument/2006/relationships/image" Target="../media/image10.jpg"/><Relationship Id="rId4" Type="http://schemas.openxmlformats.org/officeDocument/2006/relationships/image" Target="../media/image2.jpe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13.jpg"/><Relationship Id="rId5" Type="http://schemas.openxmlformats.org/officeDocument/2006/relationships/image" Target="../media/image12.jpg"/><Relationship Id="rId4" Type="http://schemas.openxmlformats.org/officeDocument/2006/relationships/image" Target="../media/image2.jpe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image" Target="../media/image14.jpeg"/><Relationship Id="rId4" Type="http://schemas.openxmlformats.org/officeDocument/2006/relationships/image" Target="../media/image2.jpe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5.jpeg"/><Relationship Id="rId1" Type="http://schemas.openxmlformats.org/officeDocument/2006/relationships/slideLayout" Target="../slideLayouts/slideLayout2.xml"/><Relationship Id="rId4" Type="http://schemas.openxmlformats.org/officeDocument/2006/relationships/image" Target="../media/image2.jpeg"/></Relationships>
</file>

<file path=ppt/slides/slide1.xml><?xml version="1.0" encoding="utf-8"?>
<p:sld xmlns:a="http://schemas.openxmlformats.org/drawingml/2006/main" xmlns:r="http://schemas.openxmlformats.org/officeDocument/2006/relationships" xmlns:p="http://schemas.openxmlformats.org/presentationml/2006/main" showMasterPhAnim="0">
  <p:cSld>
    <p:bg>
      <p:bgPr>
        <a:solidFill>
          <a:schemeClr val="bg1"/>
        </a:solidFill>
        <a:effectLst/>
      </p:bgPr>
    </p:bg>
    <p:spTree>
      <p:nvGrpSpPr>
        <p:cNvPr id="1" name=""/>
        <p:cNvGrpSpPr/>
        <p:nvPr/>
      </p:nvGrpSpPr>
      <p:grpSpPr>
        <a:xfrm>
          <a:off x="0" y="0"/>
          <a:ext cx="0" cy="0"/>
          <a:chOff x="0" y="0"/>
          <a:chExt cx="0" cy="0"/>
        </a:xfrm>
      </p:grpSpPr>
      <p:sp>
        <p:nvSpPr>
          <p:cNvPr id="2051" name="Rectangle 3"/>
          <p:cNvSpPr>
            <a:spLocks noGrp="1" noChangeArrowheads="1"/>
          </p:cNvSpPr>
          <p:nvPr>
            <p:ph type="subTitle" idx="1"/>
          </p:nvPr>
        </p:nvSpPr>
        <p:spPr>
          <a:xfrm>
            <a:off x="182880" y="1137921"/>
            <a:ext cx="10789920" cy="6177279"/>
          </a:xfrm>
        </p:spPr>
        <p:txBody>
          <a:bodyPr>
            <a:normAutofit fontScale="92500" lnSpcReduction="20000"/>
          </a:bodyPr>
          <a:lstStyle/>
          <a:p>
            <a:pPr>
              <a:lnSpc>
                <a:spcPct val="110000"/>
              </a:lnSpc>
            </a:pPr>
            <a:endParaRPr lang="en-US" sz="100" dirty="0"/>
          </a:p>
          <a:p>
            <a:pPr>
              <a:lnSpc>
                <a:spcPct val="110000"/>
              </a:lnSpc>
            </a:pPr>
            <a:endParaRPr lang="en-US" sz="100" dirty="0"/>
          </a:p>
          <a:p>
            <a:pPr>
              <a:lnSpc>
                <a:spcPct val="110000"/>
              </a:lnSpc>
              <a:spcBef>
                <a:spcPts val="0"/>
              </a:spcBef>
            </a:pPr>
            <a:r>
              <a:rPr lang="en-US" sz="1400" b="1" dirty="0">
                <a:solidFill>
                  <a:schemeClr val="hlink"/>
                </a:solidFill>
                <a:latin typeface="Times New Roman" panose="02020603050405020304" pitchFamily="18" charset="0"/>
                <a:cs typeface="Times New Roman" panose="02020603050405020304" pitchFamily="18" charset="0"/>
              </a:rPr>
              <a:t>TWO DAYS</a:t>
            </a:r>
          </a:p>
          <a:p>
            <a:pPr>
              <a:lnSpc>
                <a:spcPct val="110000"/>
              </a:lnSpc>
              <a:spcBef>
                <a:spcPts val="0"/>
              </a:spcBef>
            </a:pPr>
            <a:r>
              <a:rPr lang="en-US" sz="2700" b="1" dirty="0">
                <a:solidFill>
                  <a:schemeClr val="hlink"/>
                </a:solidFill>
                <a:latin typeface="Times New Roman" panose="02020603050405020304" pitchFamily="18" charset="0"/>
                <a:cs typeface="Times New Roman" panose="02020603050405020304" pitchFamily="18" charset="0"/>
              </a:rPr>
              <a:t>INTERNATIONAL CONFERENCE on</a:t>
            </a:r>
          </a:p>
          <a:p>
            <a:pPr>
              <a:lnSpc>
                <a:spcPct val="110000"/>
              </a:lnSpc>
              <a:spcBef>
                <a:spcPts val="0"/>
              </a:spcBef>
            </a:pPr>
            <a:r>
              <a:rPr lang="en-IN" sz="2300" b="1" dirty="0">
                <a:solidFill>
                  <a:srgbClr val="C00000"/>
                </a:solidFill>
                <a:latin typeface="Times New Roman" panose="02020603050405020304" pitchFamily="18" charset="0"/>
                <a:cs typeface="Times New Roman" pitchFamily="18" charset="0"/>
              </a:rPr>
              <a:t>“Recent Challenges and Innovations in Engineering Science and Technology”</a:t>
            </a:r>
            <a:endParaRPr lang="en-US" sz="2300" b="1" kern="0" dirty="0">
              <a:solidFill>
                <a:srgbClr val="C00000"/>
              </a:solidFill>
              <a:effectLst>
                <a:outerShdw blurRad="38100" dist="38100" dir="2700000" algn="tl">
                  <a:srgbClr val="000000"/>
                </a:outerShdw>
              </a:effectLst>
              <a:latin typeface="Times New Roman" panose="02020603050405020304" pitchFamily="18" charset="0"/>
              <a:cs typeface="Times New Roman" pitchFamily="18" charset="0"/>
            </a:endParaRPr>
          </a:p>
          <a:p>
            <a:pPr>
              <a:lnSpc>
                <a:spcPct val="110000"/>
              </a:lnSpc>
              <a:spcBef>
                <a:spcPts val="0"/>
              </a:spcBef>
            </a:pPr>
            <a:r>
              <a:rPr lang="en-US" sz="1800" b="1" dirty="0">
                <a:latin typeface="Times New Roman" panose="02020603050405020304" pitchFamily="18" charset="0"/>
                <a:cs typeface="Times New Roman" panose="02020603050405020304" pitchFamily="18" charset="0"/>
              </a:rPr>
              <a:t>9</a:t>
            </a:r>
            <a:r>
              <a:rPr lang="en-US" sz="1800" b="1" baseline="30000" dirty="0">
                <a:latin typeface="Times New Roman" panose="02020603050405020304" pitchFamily="18" charset="0"/>
                <a:cs typeface="Times New Roman" panose="02020603050405020304" pitchFamily="18" charset="0"/>
              </a:rPr>
              <a:t>th</a:t>
            </a:r>
            <a:r>
              <a:rPr lang="en-US" sz="1800" b="1" dirty="0">
                <a:latin typeface="Times New Roman" panose="02020603050405020304" pitchFamily="18" charset="0"/>
                <a:cs typeface="Times New Roman" panose="02020603050405020304" pitchFamily="18" charset="0"/>
              </a:rPr>
              <a:t> and 10</a:t>
            </a:r>
            <a:r>
              <a:rPr lang="en-US" sz="1800" b="1" baseline="30000" dirty="0">
                <a:latin typeface="Times New Roman" panose="02020603050405020304" pitchFamily="18" charset="0"/>
                <a:cs typeface="Times New Roman" panose="02020603050405020304" pitchFamily="18" charset="0"/>
              </a:rPr>
              <a:t>th</a:t>
            </a:r>
            <a:r>
              <a:rPr lang="en-US" sz="1800" b="1" dirty="0">
                <a:latin typeface="Times New Roman" panose="02020603050405020304" pitchFamily="18" charset="0"/>
                <a:cs typeface="Times New Roman" panose="02020603050405020304" pitchFamily="18" charset="0"/>
              </a:rPr>
              <a:t> MAY 2025</a:t>
            </a:r>
          </a:p>
          <a:p>
            <a:pPr>
              <a:lnSpc>
                <a:spcPct val="110000"/>
              </a:lnSpc>
              <a:spcBef>
                <a:spcPts val="0"/>
              </a:spcBef>
            </a:pPr>
            <a:endParaRPr lang="en-US" sz="1800" b="1" dirty="0">
              <a:latin typeface="Times New Roman" panose="02020603050405020304" pitchFamily="18" charset="0"/>
              <a:cs typeface="Times New Roman" panose="02020603050405020304" pitchFamily="18" charset="0"/>
            </a:endParaRPr>
          </a:p>
          <a:p>
            <a:pPr>
              <a:lnSpc>
                <a:spcPct val="110000"/>
              </a:lnSpc>
            </a:pPr>
            <a:endParaRPr lang="en-US" sz="1800" b="1" dirty="0">
              <a:latin typeface="Times New Roman" panose="02020603050405020304" pitchFamily="18" charset="0"/>
              <a:cs typeface="Times New Roman" panose="02020603050405020304" pitchFamily="18" charset="0"/>
            </a:endParaRPr>
          </a:p>
          <a:p>
            <a:pPr>
              <a:lnSpc>
                <a:spcPct val="110000"/>
              </a:lnSpc>
            </a:pPr>
            <a:endParaRPr lang="en-US" sz="2300" b="1" dirty="0">
              <a:solidFill>
                <a:schemeClr val="hlink"/>
              </a:solidFill>
              <a:latin typeface="Times New Roman" panose="02020603050405020304" pitchFamily="18" charset="0"/>
              <a:cs typeface="Times New Roman" panose="02020603050405020304" pitchFamily="18" charset="0"/>
            </a:endParaRPr>
          </a:p>
          <a:p>
            <a:pPr>
              <a:lnSpc>
                <a:spcPct val="110000"/>
              </a:lnSpc>
            </a:pPr>
            <a:endParaRPr lang="en-US" sz="2300" b="1" dirty="0">
              <a:solidFill>
                <a:schemeClr val="hlink"/>
              </a:solidFill>
              <a:latin typeface="Times New Roman" panose="02020603050405020304" pitchFamily="18" charset="0"/>
              <a:cs typeface="Times New Roman" panose="02020603050405020304" pitchFamily="18" charset="0"/>
            </a:endParaRPr>
          </a:p>
          <a:p>
            <a:pPr>
              <a:lnSpc>
                <a:spcPct val="110000"/>
              </a:lnSpc>
            </a:pPr>
            <a:endParaRPr lang="en-US" sz="2300" b="1" dirty="0">
              <a:solidFill>
                <a:schemeClr val="hlink"/>
              </a:solidFill>
              <a:latin typeface="Times New Roman" panose="02020603050405020304" pitchFamily="18" charset="0"/>
              <a:cs typeface="Times New Roman" panose="02020603050405020304" pitchFamily="18" charset="0"/>
            </a:endParaRPr>
          </a:p>
          <a:p>
            <a:pPr>
              <a:lnSpc>
                <a:spcPct val="110000"/>
              </a:lnSpc>
            </a:pPr>
            <a:endParaRPr lang="en-US" sz="2300" b="1" dirty="0">
              <a:solidFill>
                <a:schemeClr val="hlink"/>
              </a:solidFill>
              <a:latin typeface="Times New Roman" panose="02020603050405020304" pitchFamily="18" charset="0"/>
              <a:cs typeface="Times New Roman" panose="02020603050405020304" pitchFamily="18" charset="0"/>
            </a:endParaRPr>
          </a:p>
          <a:p>
            <a:pPr>
              <a:lnSpc>
                <a:spcPct val="110000"/>
              </a:lnSpc>
            </a:pPr>
            <a:endParaRPr lang="en-US" sz="2300" b="1" dirty="0">
              <a:solidFill>
                <a:schemeClr val="hlink"/>
              </a:solidFill>
              <a:latin typeface="Times New Roman" panose="02020603050405020304" pitchFamily="18" charset="0"/>
              <a:cs typeface="Times New Roman" panose="02020603050405020304" pitchFamily="18" charset="0"/>
            </a:endParaRPr>
          </a:p>
          <a:p>
            <a:pPr>
              <a:lnSpc>
                <a:spcPct val="110000"/>
              </a:lnSpc>
            </a:pPr>
            <a:endParaRPr lang="en-US" sz="2300" b="1" dirty="0">
              <a:solidFill>
                <a:schemeClr val="hlink"/>
              </a:solidFill>
              <a:latin typeface="Times New Roman" panose="02020603050405020304" pitchFamily="18" charset="0"/>
              <a:cs typeface="Times New Roman" panose="02020603050405020304" pitchFamily="18" charset="0"/>
            </a:endParaRPr>
          </a:p>
          <a:p>
            <a:pPr>
              <a:lnSpc>
                <a:spcPct val="110000"/>
              </a:lnSpc>
            </a:pPr>
            <a:endParaRPr lang="en-US" sz="2300" b="1" dirty="0">
              <a:solidFill>
                <a:schemeClr val="hlink"/>
              </a:solidFill>
              <a:latin typeface="Times New Roman" panose="02020603050405020304" pitchFamily="18" charset="0"/>
              <a:cs typeface="Times New Roman" panose="02020603050405020304" pitchFamily="18" charset="0"/>
            </a:endParaRPr>
          </a:p>
          <a:p>
            <a:pPr>
              <a:lnSpc>
                <a:spcPct val="110000"/>
              </a:lnSpc>
            </a:pPr>
            <a:endParaRPr lang="en-US" sz="2300" b="1" dirty="0">
              <a:solidFill>
                <a:schemeClr val="hlink"/>
              </a:solidFill>
              <a:latin typeface="Times New Roman" panose="02020603050405020304" pitchFamily="18" charset="0"/>
              <a:cs typeface="Times New Roman" panose="02020603050405020304" pitchFamily="18" charset="0"/>
            </a:endParaRPr>
          </a:p>
          <a:p>
            <a:pPr>
              <a:lnSpc>
                <a:spcPct val="110000"/>
              </a:lnSpc>
            </a:pPr>
            <a:endParaRPr lang="en-US" sz="2300" b="1" dirty="0">
              <a:solidFill>
                <a:schemeClr val="hlink"/>
              </a:solidFill>
              <a:latin typeface="Times New Roman" panose="02020603050405020304" pitchFamily="18" charset="0"/>
              <a:cs typeface="Times New Roman" panose="02020603050405020304" pitchFamily="18" charset="0"/>
            </a:endParaRPr>
          </a:p>
          <a:p>
            <a:pPr>
              <a:lnSpc>
                <a:spcPct val="110000"/>
              </a:lnSpc>
            </a:pPr>
            <a:r>
              <a:rPr lang="en-US" sz="1900" dirty="0">
                <a:solidFill>
                  <a:schemeClr val="tx1"/>
                </a:solidFill>
                <a:latin typeface="Times New Roman" panose="02020603050405020304" pitchFamily="18" charset="0"/>
                <a:cs typeface="Times New Roman" panose="02020603050405020304" pitchFamily="18" charset="0"/>
              </a:rPr>
              <a:t>Organized by</a:t>
            </a:r>
          </a:p>
          <a:p>
            <a:pPr>
              <a:lnSpc>
                <a:spcPct val="110000"/>
              </a:lnSpc>
            </a:pPr>
            <a:r>
              <a:rPr lang="en-US" sz="2300" b="1" dirty="0">
                <a:solidFill>
                  <a:schemeClr val="tx1"/>
                </a:solidFill>
                <a:latin typeface="Times New Roman" panose="02020603050405020304" pitchFamily="18" charset="0"/>
                <a:cs typeface="Times New Roman" panose="02020603050405020304" pitchFamily="18" charset="0"/>
              </a:rPr>
              <a:t>K.S. INSTITUTE OF TECHNOLOGY </a:t>
            </a:r>
          </a:p>
          <a:p>
            <a:pPr>
              <a:lnSpc>
                <a:spcPct val="110000"/>
              </a:lnSpc>
            </a:pPr>
            <a:r>
              <a:rPr lang="en-US" sz="2300" b="1" dirty="0">
                <a:solidFill>
                  <a:schemeClr val="tx1"/>
                </a:solidFill>
                <a:latin typeface="Times New Roman" panose="02020603050405020304" pitchFamily="18" charset="0"/>
                <a:cs typeface="Times New Roman" panose="02020603050405020304" pitchFamily="18" charset="0"/>
              </a:rPr>
              <a:t>Bangalore – 560 109, India</a:t>
            </a:r>
          </a:p>
          <a:p>
            <a:pPr>
              <a:lnSpc>
                <a:spcPct val="110000"/>
              </a:lnSpc>
            </a:pPr>
            <a:endParaRPr lang="en-US" sz="2300" dirty="0"/>
          </a:p>
        </p:txBody>
      </p:sp>
      <p:sp>
        <p:nvSpPr>
          <p:cNvPr id="2057" name="Rectangle 9"/>
          <p:cNvSpPr>
            <a:spLocks noChangeArrowheads="1"/>
          </p:cNvSpPr>
          <p:nvPr/>
        </p:nvSpPr>
        <p:spPr bwMode="auto">
          <a:xfrm>
            <a:off x="914400" y="1706880"/>
            <a:ext cx="8595360" cy="419947"/>
          </a:xfrm>
          <a:prstGeom prst="rect">
            <a:avLst/>
          </a:prstGeom>
          <a:noFill/>
          <a:ln w="9525">
            <a:noFill/>
            <a:miter lim="800000"/>
            <a:headEnd/>
            <a:tailEnd/>
          </a:ln>
          <a:effectLst/>
        </p:spPr>
        <p:txBody>
          <a:bodyPr lIns="104498" tIns="52249" rIns="104498" bIns="52249" anchor="ctr"/>
          <a:lstStyle/>
          <a:p>
            <a:br>
              <a:rPr lang="en-US" sz="1800" dirty="0">
                <a:effectLst>
                  <a:outerShdw blurRad="38100" dist="38100" dir="2700000" algn="tl">
                    <a:srgbClr val="000000"/>
                  </a:outerShdw>
                </a:effectLst>
              </a:rPr>
            </a:br>
            <a:endParaRPr lang="en-US" dirty="0">
              <a:effectLst>
                <a:outerShdw blurRad="38100" dist="38100" dir="2700000" algn="tl">
                  <a:srgbClr val="000000"/>
                </a:outerShdw>
              </a:effectLst>
            </a:endParaRPr>
          </a:p>
        </p:txBody>
      </p:sp>
      <p:pic>
        <p:nvPicPr>
          <p:cNvPr id="7" name="Picture 6">
            <a:extLst>
              <a:ext uri="{FF2B5EF4-FFF2-40B4-BE49-F238E27FC236}">
                <a16:creationId xmlns:a16="http://schemas.microsoft.com/office/drawing/2014/main" id="{1CA3EAA7-EBE4-4ADF-9551-C1B6CF15AB70}"/>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16478" t="82535" r="12817" b="-313"/>
          <a:stretch/>
        </p:blipFill>
        <p:spPr>
          <a:xfrm>
            <a:off x="0" y="0"/>
            <a:ext cx="10972800" cy="1056640"/>
          </a:xfrm>
          <a:prstGeom prst="rect">
            <a:avLst/>
          </a:prstGeom>
        </p:spPr>
      </p:pic>
      <p:sp>
        <p:nvSpPr>
          <p:cNvPr id="12" name="TextBox 11">
            <a:extLst>
              <a:ext uri="{FF2B5EF4-FFF2-40B4-BE49-F238E27FC236}">
                <a16:creationId xmlns:a16="http://schemas.microsoft.com/office/drawing/2014/main" id="{93353D54-ECEC-4146-9320-E156D4621950}"/>
              </a:ext>
            </a:extLst>
          </p:cNvPr>
          <p:cNvSpPr txBox="1"/>
          <p:nvPr/>
        </p:nvSpPr>
        <p:spPr>
          <a:xfrm>
            <a:off x="182881" y="2763521"/>
            <a:ext cx="10607040" cy="1352014"/>
          </a:xfrm>
          <a:prstGeom prst="rect">
            <a:avLst/>
          </a:prstGeom>
          <a:noFill/>
          <a:ln>
            <a:solidFill>
              <a:srgbClr val="C00000"/>
            </a:solidFill>
          </a:ln>
        </p:spPr>
        <p:txBody>
          <a:bodyPr wrap="square" lIns="104498" tIns="52249" rIns="104498" bIns="52249" rtlCol="0">
            <a:spAutoFit/>
          </a:bodyPr>
          <a:lstStyle/>
          <a:p>
            <a:pPr algn="ctr"/>
            <a:r>
              <a:rPr lang="en-IN" b="1" dirty="0">
                <a:solidFill>
                  <a:srgbClr val="00B0F0"/>
                </a:solidFill>
                <a:latin typeface="Times New Roman" pitchFamily="18" charset="0"/>
                <a:cs typeface="Times New Roman" pitchFamily="18" charset="0"/>
              </a:rPr>
              <a:t>A Article Presentation on</a:t>
            </a:r>
          </a:p>
          <a:p>
            <a:pPr algn="ctr"/>
            <a:r>
              <a:rPr lang="en-IN" sz="3700" b="1" dirty="0">
                <a:latin typeface="Times New Roman" pitchFamily="18" charset="0"/>
                <a:cs typeface="Times New Roman" pitchFamily="18" charset="0"/>
              </a:rPr>
              <a:t>DAM AUTOMATION</a:t>
            </a:r>
          </a:p>
          <a:p>
            <a:pPr algn="ctr"/>
            <a:r>
              <a:rPr lang="en-IN" sz="2300" b="1" dirty="0">
                <a:latin typeface="Times New Roman" pitchFamily="18" charset="0"/>
                <a:cs typeface="Times New Roman" pitchFamily="18" charset="0"/>
              </a:rPr>
              <a:t>Paper Id: 182</a:t>
            </a:r>
            <a:endParaRPr lang="en-IN" b="1" dirty="0">
              <a:latin typeface="Times New Roman" pitchFamily="18" charset="0"/>
              <a:cs typeface="Times New Roman" pitchFamily="18" charset="0"/>
            </a:endParaRPr>
          </a:p>
        </p:txBody>
      </p:sp>
      <p:sp>
        <p:nvSpPr>
          <p:cNvPr id="13" name="TextBox 12">
            <a:extLst>
              <a:ext uri="{FF2B5EF4-FFF2-40B4-BE49-F238E27FC236}">
                <a16:creationId xmlns:a16="http://schemas.microsoft.com/office/drawing/2014/main" id="{BBCE3FA1-4A8F-4431-A1F8-F3CB1D75CCC0}"/>
              </a:ext>
            </a:extLst>
          </p:cNvPr>
          <p:cNvSpPr txBox="1"/>
          <p:nvPr/>
        </p:nvSpPr>
        <p:spPr>
          <a:xfrm>
            <a:off x="609600" y="4302045"/>
            <a:ext cx="8641079" cy="813405"/>
          </a:xfrm>
          <a:prstGeom prst="rect">
            <a:avLst/>
          </a:prstGeom>
          <a:noFill/>
        </p:spPr>
        <p:txBody>
          <a:bodyPr wrap="square" lIns="104498" tIns="52249" rIns="104498" bIns="52249" rtlCol="0">
            <a:spAutoFit/>
          </a:bodyPr>
          <a:lstStyle/>
          <a:p>
            <a:r>
              <a:rPr lang="en-IN" sz="2300" b="1" dirty="0">
                <a:latin typeface="Times New Roman" pitchFamily="18" charset="0"/>
                <a:cs typeface="Times New Roman" pitchFamily="18" charset="0"/>
              </a:rPr>
              <a:t>Presenting Peers:</a:t>
            </a:r>
          </a:p>
          <a:p>
            <a:r>
              <a:rPr lang="en-IN" sz="2300" dirty="0">
                <a:latin typeface="Times New Roman" pitchFamily="18" charset="0"/>
                <a:cs typeface="Times New Roman" pitchFamily="18" charset="0"/>
              </a:rPr>
              <a:t>Ms. Preksha S, Student, email: </a:t>
            </a:r>
            <a:r>
              <a:rPr lang="en-IN" sz="2300" dirty="0">
                <a:latin typeface="Times New Roman" pitchFamily="18" charset="0"/>
                <a:cs typeface="Times New Roman" pitchFamily="18" charset="0"/>
                <a:hlinkClick r:id="rId4"/>
              </a:rPr>
              <a:t>prekshas_ece@ksit.edu</a:t>
            </a:r>
            <a:r>
              <a:rPr lang="en-IN" sz="2300">
                <a:latin typeface="Times New Roman" pitchFamily="18" charset="0"/>
                <a:cs typeface="Times New Roman" pitchFamily="18" charset="0"/>
                <a:hlinkClick r:id="rId4"/>
              </a:rPr>
              <a:t>.in</a:t>
            </a:r>
            <a:endParaRPr lang="en-IN" sz="2300" dirty="0">
              <a:latin typeface="Times New Roman" pitchFamily="18" charset="0"/>
              <a:cs typeface="Times New Roman" pitchFamily="18" charset="0"/>
            </a:endParaRPr>
          </a:p>
        </p:txBody>
      </p:sp>
      <p:sp>
        <p:nvSpPr>
          <p:cNvPr id="14" name="TextBox 13">
            <a:extLst>
              <a:ext uri="{FF2B5EF4-FFF2-40B4-BE49-F238E27FC236}">
                <a16:creationId xmlns:a16="http://schemas.microsoft.com/office/drawing/2014/main" id="{B0000823-3D60-DC45-B1EF-29A32C704670}"/>
              </a:ext>
            </a:extLst>
          </p:cNvPr>
          <p:cNvSpPr txBox="1"/>
          <p:nvPr/>
        </p:nvSpPr>
        <p:spPr>
          <a:xfrm flipH="1">
            <a:off x="2286000" y="243841"/>
            <a:ext cx="6282348" cy="567183"/>
          </a:xfrm>
          <a:prstGeom prst="rect">
            <a:avLst/>
          </a:prstGeom>
          <a:noFill/>
          <a:ln>
            <a:noFill/>
          </a:ln>
        </p:spPr>
        <p:txBody>
          <a:bodyPr wrap="square" lIns="104498" tIns="52249" rIns="104498" bIns="52249" rtlCol="0">
            <a:spAutoFit/>
          </a:bodyPr>
          <a:lstStyle/>
          <a:p>
            <a:pPr algn="ctr"/>
            <a:r>
              <a:rPr lang="en-US" sz="3000" b="1" dirty="0">
                <a:solidFill>
                  <a:schemeClr val="bg1"/>
                </a:solidFill>
                <a:latin typeface="Times New Roman" panose="02020603050405020304" pitchFamily="18" charset="0"/>
                <a:ea typeface="Roboto Medium" panose="02000000000000000000" pitchFamily="2" charset="0"/>
                <a:cs typeface="Times New Roman" panose="02020603050405020304" pitchFamily="18" charset="0"/>
              </a:rPr>
              <a:t>WELCOME</a:t>
            </a:r>
          </a:p>
        </p:txBody>
      </p:sp>
      <p:pic>
        <p:nvPicPr>
          <p:cNvPr id="11" name="Picture 8" descr="D:\unnamed.jpg"/>
          <p:cNvPicPr>
            <a:picLocks noChangeAspect="1" noChangeArrowheads="1"/>
          </p:cNvPicPr>
          <p:nvPr/>
        </p:nvPicPr>
        <p:blipFill>
          <a:blip r:embed="rId5" cstate="print"/>
          <a:srcRect/>
          <a:stretch>
            <a:fillRect/>
          </a:stretch>
        </p:blipFill>
        <p:spPr bwMode="auto">
          <a:xfrm>
            <a:off x="9966960" y="1"/>
            <a:ext cx="1005840" cy="1005840"/>
          </a:xfrm>
          <a:prstGeom prst="rect">
            <a:avLst/>
          </a:prstGeom>
          <a:noFill/>
        </p:spPr>
      </p:pic>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6" name="Picture 45">
            <a:extLst>
              <a:ext uri="{FF2B5EF4-FFF2-40B4-BE49-F238E27FC236}">
                <a16:creationId xmlns:a16="http://schemas.microsoft.com/office/drawing/2014/main" id="{1CA3EAA7-EBE4-4ADF-9551-C1B6CF15AB70}"/>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16478" t="82535" r="12817" b="-313"/>
          <a:stretch/>
        </p:blipFill>
        <p:spPr>
          <a:xfrm>
            <a:off x="0" y="0"/>
            <a:ext cx="10972800" cy="1056640"/>
          </a:xfrm>
          <a:prstGeom prst="rect">
            <a:avLst/>
          </a:prstGeom>
        </p:spPr>
      </p:pic>
      <p:sp>
        <p:nvSpPr>
          <p:cNvPr id="78" name="TextBox 77">
            <a:extLst>
              <a:ext uri="{FF2B5EF4-FFF2-40B4-BE49-F238E27FC236}">
                <a16:creationId xmlns:a16="http://schemas.microsoft.com/office/drawing/2014/main" id="{B0000823-3D60-DC45-B1EF-29A32C704670}"/>
              </a:ext>
            </a:extLst>
          </p:cNvPr>
          <p:cNvSpPr txBox="1"/>
          <p:nvPr/>
        </p:nvSpPr>
        <p:spPr>
          <a:xfrm flipH="1">
            <a:off x="2286000" y="243841"/>
            <a:ext cx="6282348" cy="567183"/>
          </a:xfrm>
          <a:prstGeom prst="rect">
            <a:avLst/>
          </a:prstGeom>
          <a:noFill/>
          <a:ln>
            <a:noFill/>
          </a:ln>
        </p:spPr>
        <p:txBody>
          <a:bodyPr wrap="square" lIns="104498" tIns="52249" rIns="104498" bIns="52249" rtlCol="0">
            <a:spAutoFit/>
          </a:bodyPr>
          <a:lstStyle/>
          <a:p>
            <a:pPr algn="ctr"/>
            <a:r>
              <a:rPr lang="en-US" sz="3000" b="1" dirty="0">
                <a:solidFill>
                  <a:schemeClr val="bg1"/>
                </a:solidFill>
                <a:latin typeface="Times New Roman" panose="02020603050405020304" pitchFamily="18" charset="0"/>
                <a:ea typeface="Roboto Medium" panose="02000000000000000000" pitchFamily="2" charset="0"/>
                <a:cs typeface="Times New Roman" panose="02020603050405020304" pitchFamily="18" charset="0"/>
              </a:rPr>
              <a:t>CONTENT</a:t>
            </a:r>
          </a:p>
        </p:txBody>
      </p:sp>
      <p:grpSp>
        <p:nvGrpSpPr>
          <p:cNvPr id="80" name="Group 79"/>
          <p:cNvGrpSpPr/>
          <p:nvPr/>
        </p:nvGrpSpPr>
        <p:grpSpPr>
          <a:xfrm>
            <a:off x="2417093" y="1234902"/>
            <a:ext cx="7275547" cy="572169"/>
            <a:chOff x="4113734" y="1462930"/>
            <a:chExt cx="12880720" cy="1122088"/>
          </a:xfrm>
        </p:grpSpPr>
        <p:sp>
          <p:nvSpPr>
            <p:cNvPr id="81" name="Rectangle 80"/>
            <p:cNvSpPr/>
            <p:nvPr/>
          </p:nvSpPr>
          <p:spPr>
            <a:xfrm>
              <a:off x="4690885" y="1471730"/>
              <a:ext cx="6465957" cy="1104489"/>
            </a:xfrm>
            <a:prstGeom prst="rect">
              <a:avLst/>
            </a:prstGeom>
            <a:gradFill>
              <a:gsLst>
                <a:gs pos="37000">
                  <a:schemeClr val="bg1">
                    <a:lumMod val="75000"/>
                    <a:alpha val="31000"/>
                  </a:schemeClr>
                </a:gs>
                <a:gs pos="5000">
                  <a:schemeClr val="bg1">
                    <a:lumMod val="75000"/>
                  </a:schemeClr>
                </a:gs>
                <a:gs pos="100000">
                  <a:schemeClr val="bg1">
                    <a:alpha val="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dirty="0"/>
            </a:p>
          </p:txBody>
        </p:sp>
        <p:sp>
          <p:nvSpPr>
            <p:cNvPr id="82" name="TextBox 81"/>
            <p:cNvSpPr txBox="1"/>
            <p:nvPr/>
          </p:nvSpPr>
          <p:spPr>
            <a:xfrm>
              <a:off x="5486399" y="1678676"/>
              <a:ext cx="11508055" cy="754481"/>
            </a:xfrm>
            <a:prstGeom prst="rect">
              <a:avLst/>
            </a:prstGeom>
            <a:noFill/>
          </p:spPr>
          <p:txBody>
            <a:bodyPr wrap="square" rtlCol="0" anchor="ctr">
              <a:spAutoFit/>
            </a:bodyPr>
            <a:lstStyle/>
            <a:p>
              <a:r>
                <a:rPr lang="en-US" sz="1900" b="1" dirty="0">
                  <a:solidFill>
                    <a:srgbClr val="000000"/>
                  </a:solidFill>
                  <a:latin typeface="Times New Roman" panose="02020603050405020304" pitchFamily="18" charset="0"/>
                  <a:cs typeface="Times New Roman" panose="02020603050405020304" pitchFamily="18" charset="0"/>
                </a:rPr>
                <a:t>Introduction</a:t>
              </a:r>
            </a:p>
          </p:txBody>
        </p:sp>
        <p:sp>
          <p:nvSpPr>
            <p:cNvPr id="83" name="Oval 82"/>
            <p:cNvSpPr>
              <a:spLocks noChangeAspect="1"/>
            </p:cNvSpPr>
            <p:nvPr/>
          </p:nvSpPr>
          <p:spPr>
            <a:xfrm>
              <a:off x="4113734" y="1462930"/>
              <a:ext cx="1372666" cy="1122088"/>
            </a:xfrm>
            <a:prstGeom prst="ellipse">
              <a:avLst/>
            </a:prstGeom>
            <a:gradFill flip="none" rotWithShape="1">
              <a:gsLst>
                <a:gs pos="0">
                  <a:schemeClr val="accent1">
                    <a:lumMod val="50000"/>
                  </a:schemeClr>
                </a:gs>
                <a:gs pos="50000">
                  <a:schemeClr val="accent1">
                    <a:lumMod val="75000"/>
                  </a:schemeClr>
                </a:gs>
                <a:gs pos="100000">
                  <a:schemeClr val="accent1"/>
                </a:gs>
              </a:gsLst>
              <a:lin ang="18900000" scaled="1"/>
              <a:tileRect/>
            </a:gradFill>
            <a:ln w="0">
              <a:noFill/>
              <a:prstDash val="solid"/>
              <a:round/>
              <a:headEnd/>
              <a:tailEnd/>
            </a:ln>
          </p:spPr>
          <p:txBody>
            <a:bodyPr vert="horz" wrap="square" lIns="27000" tIns="34290" rIns="27000" bIns="34290" numCol="1" anchor="ctr" anchorCtr="1" compatLnSpc="1">
              <a:prstTxWarp prst="textNoShape">
                <a:avLst/>
              </a:prstTxWarp>
            </a:bodyPr>
            <a:lstStyle/>
            <a:p>
              <a:r>
                <a:rPr lang="en-US" sz="1800" kern="0" dirty="0">
                  <a:solidFill>
                    <a:schemeClr val="bg1"/>
                  </a:solidFill>
                  <a:latin typeface="Arial" pitchFamily="34" charset="0"/>
                  <a:cs typeface="Arial" pitchFamily="34" charset="0"/>
                </a:rPr>
                <a:t>1</a:t>
              </a:r>
            </a:p>
          </p:txBody>
        </p:sp>
      </p:grpSp>
      <p:grpSp>
        <p:nvGrpSpPr>
          <p:cNvPr id="100" name="Group 99"/>
          <p:cNvGrpSpPr/>
          <p:nvPr/>
        </p:nvGrpSpPr>
        <p:grpSpPr>
          <a:xfrm>
            <a:off x="3276009" y="1772453"/>
            <a:ext cx="4169732" cy="585142"/>
            <a:chOff x="4113734" y="1276106"/>
            <a:chExt cx="7043108" cy="1308912"/>
          </a:xfrm>
        </p:grpSpPr>
        <p:sp>
          <p:nvSpPr>
            <p:cNvPr id="101" name="Rectangle 100"/>
            <p:cNvSpPr/>
            <p:nvPr/>
          </p:nvSpPr>
          <p:spPr>
            <a:xfrm>
              <a:off x="4690885" y="1471730"/>
              <a:ext cx="6465957" cy="1104489"/>
            </a:xfrm>
            <a:prstGeom prst="rect">
              <a:avLst/>
            </a:prstGeom>
            <a:gradFill>
              <a:gsLst>
                <a:gs pos="37000">
                  <a:schemeClr val="bg1">
                    <a:lumMod val="75000"/>
                    <a:alpha val="31000"/>
                  </a:schemeClr>
                </a:gs>
                <a:gs pos="5000">
                  <a:schemeClr val="bg1">
                    <a:lumMod val="75000"/>
                  </a:schemeClr>
                </a:gs>
                <a:gs pos="100000">
                  <a:schemeClr val="bg1">
                    <a:alpha val="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dirty="0"/>
            </a:p>
          </p:txBody>
        </p:sp>
        <p:sp>
          <p:nvSpPr>
            <p:cNvPr id="102" name="TextBox 101"/>
            <p:cNvSpPr txBox="1"/>
            <p:nvPr/>
          </p:nvSpPr>
          <p:spPr>
            <a:xfrm>
              <a:off x="5396127" y="1276106"/>
              <a:ext cx="5736375" cy="1239246"/>
            </a:xfrm>
            <a:prstGeom prst="rect">
              <a:avLst/>
            </a:prstGeom>
            <a:noFill/>
          </p:spPr>
          <p:txBody>
            <a:bodyPr wrap="square" rtlCol="0" anchor="ctr">
              <a:spAutoFit/>
            </a:bodyPr>
            <a:lstStyle/>
            <a:p>
              <a:r>
                <a:rPr lang="en-US" sz="3000" dirty="0">
                  <a:solidFill>
                    <a:srgbClr val="000000"/>
                  </a:solidFill>
                </a:rPr>
                <a:t> </a:t>
              </a:r>
              <a:r>
                <a:rPr lang="en-US" sz="1900" b="1" dirty="0">
                  <a:solidFill>
                    <a:srgbClr val="000000"/>
                  </a:solidFill>
                  <a:latin typeface="Times New Roman" panose="02020603050405020304" pitchFamily="18" charset="0"/>
                  <a:cs typeface="Times New Roman" panose="02020603050405020304" pitchFamily="18" charset="0"/>
                </a:rPr>
                <a:t>Literature Review</a:t>
              </a:r>
            </a:p>
          </p:txBody>
        </p:sp>
        <p:sp>
          <p:nvSpPr>
            <p:cNvPr id="103" name="Oval 102"/>
            <p:cNvSpPr>
              <a:spLocks noChangeAspect="1"/>
            </p:cNvSpPr>
            <p:nvPr/>
          </p:nvSpPr>
          <p:spPr>
            <a:xfrm>
              <a:off x="4113734" y="1462930"/>
              <a:ext cx="1372666" cy="1122088"/>
            </a:xfrm>
            <a:prstGeom prst="ellipse">
              <a:avLst/>
            </a:prstGeom>
            <a:gradFill flip="none" rotWithShape="1">
              <a:gsLst>
                <a:gs pos="0">
                  <a:schemeClr val="accent1">
                    <a:lumMod val="50000"/>
                  </a:schemeClr>
                </a:gs>
                <a:gs pos="50000">
                  <a:schemeClr val="accent1">
                    <a:lumMod val="75000"/>
                  </a:schemeClr>
                </a:gs>
                <a:gs pos="100000">
                  <a:schemeClr val="accent1"/>
                </a:gs>
              </a:gsLst>
              <a:lin ang="18900000" scaled="1"/>
              <a:tileRect/>
            </a:gradFill>
            <a:ln w="0">
              <a:noFill/>
              <a:prstDash val="solid"/>
              <a:round/>
              <a:headEnd/>
              <a:tailEnd/>
            </a:ln>
          </p:spPr>
          <p:txBody>
            <a:bodyPr vert="horz" wrap="square" lIns="27000" tIns="34290" rIns="27000" bIns="34290" numCol="1" anchor="ctr" anchorCtr="1" compatLnSpc="1">
              <a:prstTxWarp prst="textNoShape">
                <a:avLst/>
              </a:prstTxWarp>
            </a:bodyPr>
            <a:lstStyle/>
            <a:p>
              <a:r>
                <a:rPr lang="en-US" sz="1800" kern="0" dirty="0">
                  <a:solidFill>
                    <a:schemeClr val="bg1"/>
                  </a:solidFill>
                  <a:latin typeface="Arial" pitchFamily="34" charset="0"/>
                  <a:cs typeface="Arial" pitchFamily="34" charset="0"/>
                </a:rPr>
                <a:t>2</a:t>
              </a:r>
            </a:p>
          </p:txBody>
        </p:sp>
      </p:grpSp>
      <p:grpSp>
        <p:nvGrpSpPr>
          <p:cNvPr id="104" name="Group 103"/>
          <p:cNvGrpSpPr/>
          <p:nvPr/>
        </p:nvGrpSpPr>
        <p:grpSpPr>
          <a:xfrm>
            <a:off x="4023361" y="2438400"/>
            <a:ext cx="4966945" cy="555018"/>
            <a:chOff x="4113734" y="1462930"/>
            <a:chExt cx="7660103" cy="1122088"/>
          </a:xfrm>
        </p:grpSpPr>
        <p:sp>
          <p:nvSpPr>
            <p:cNvPr id="105" name="Rectangle 104"/>
            <p:cNvSpPr/>
            <p:nvPr/>
          </p:nvSpPr>
          <p:spPr>
            <a:xfrm>
              <a:off x="4690884" y="1471731"/>
              <a:ext cx="6465956" cy="1104489"/>
            </a:xfrm>
            <a:prstGeom prst="rect">
              <a:avLst/>
            </a:prstGeom>
            <a:gradFill>
              <a:gsLst>
                <a:gs pos="37000">
                  <a:schemeClr val="bg1">
                    <a:lumMod val="75000"/>
                    <a:alpha val="31000"/>
                  </a:schemeClr>
                </a:gs>
                <a:gs pos="5000">
                  <a:schemeClr val="bg1">
                    <a:lumMod val="75000"/>
                  </a:schemeClr>
                </a:gs>
                <a:gs pos="100000">
                  <a:schemeClr val="bg1">
                    <a:alpha val="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dirty="0"/>
            </a:p>
          </p:txBody>
        </p:sp>
        <p:sp>
          <p:nvSpPr>
            <p:cNvPr id="106" name="TextBox 105"/>
            <p:cNvSpPr txBox="1"/>
            <p:nvPr/>
          </p:nvSpPr>
          <p:spPr>
            <a:xfrm>
              <a:off x="5486397" y="1650632"/>
              <a:ext cx="6287440" cy="777796"/>
            </a:xfrm>
            <a:prstGeom prst="rect">
              <a:avLst/>
            </a:prstGeom>
            <a:noFill/>
          </p:spPr>
          <p:txBody>
            <a:bodyPr wrap="square" rtlCol="0" anchor="ctr">
              <a:spAutoFit/>
            </a:bodyPr>
            <a:lstStyle/>
            <a:p>
              <a:r>
                <a:rPr lang="en-US" sz="1900" b="1" dirty="0">
                  <a:solidFill>
                    <a:srgbClr val="000000"/>
                  </a:solidFill>
                  <a:latin typeface="Times New Roman" panose="02020603050405020304" pitchFamily="18" charset="0"/>
                  <a:cs typeface="Times New Roman" panose="02020603050405020304" pitchFamily="18" charset="0"/>
                </a:rPr>
                <a:t>SUMMARY of Literature Review</a:t>
              </a:r>
            </a:p>
          </p:txBody>
        </p:sp>
        <p:sp>
          <p:nvSpPr>
            <p:cNvPr id="107" name="Oval 106"/>
            <p:cNvSpPr>
              <a:spLocks noChangeAspect="1"/>
            </p:cNvSpPr>
            <p:nvPr/>
          </p:nvSpPr>
          <p:spPr>
            <a:xfrm>
              <a:off x="4113734" y="1462930"/>
              <a:ext cx="1372666" cy="1122088"/>
            </a:xfrm>
            <a:prstGeom prst="ellipse">
              <a:avLst/>
            </a:prstGeom>
            <a:gradFill flip="none" rotWithShape="1">
              <a:gsLst>
                <a:gs pos="0">
                  <a:schemeClr val="accent1">
                    <a:lumMod val="50000"/>
                  </a:schemeClr>
                </a:gs>
                <a:gs pos="50000">
                  <a:schemeClr val="accent1">
                    <a:lumMod val="75000"/>
                  </a:schemeClr>
                </a:gs>
                <a:gs pos="100000">
                  <a:schemeClr val="accent1"/>
                </a:gs>
              </a:gsLst>
              <a:lin ang="18900000" scaled="1"/>
              <a:tileRect/>
            </a:gradFill>
            <a:ln w="0">
              <a:noFill/>
              <a:prstDash val="solid"/>
              <a:round/>
              <a:headEnd/>
              <a:tailEnd/>
            </a:ln>
          </p:spPr>
          <p:txBody>
            <a:bodyPr vert="horz" wrap="square" lIns="27000" tIns="34290" rIns="27000" bIns="34290" numCol="1" anchor="ctr" anchorCtr="1" compatLnSpc="1">
              <a:prstTxWarp prst="textNoShape">
                <a:avLst/>
              </a:prstTxWarp>
            </a:bodyPr>
            <a:lstStyle/>
            <a:p>
              <a:r>
                <a:rPr lang="en-US" sz="1800" kern="0" dirty="0">
                  <a:solidFill>
                    <a:schemeClr val="bg1"/>
                  </a:solidFill>
                  <a:latin typeface="Arial" pitchFamily="34" charset="0"/>
                  <a:cs typeface="Arial" pitchFamily="34" charset="0"/>
                </a:rPr>
                <a:t>3</a:t>
              </a:r>
            </a:p>
          </p:txBody>
        </p:sp>
      </p:grpSp>
      <p:grpSp>
        <p:nvGrpSpPr>
          <p:cNvPr id="27" name="Group 26"/>
          <p:cNvGrpSpPr/>
          <p:nvPr/>
        </p:nvGrpSpPr>
        <p:grpSpPr>
          <a:xfrm>
            <a:off x="4383163" y="3177810"/>
            <a:ext cx="6498198" cy="555018"/>
            <a:chOff x="4113734" y="1462930"/>
            <a:chExt cx="10021627" cy="1122088"/>
          </a:xfrm>
        </p:grpSpPr>
        <p:sp>
          <p:nvSpPr>
            <p:cNvPr id="28" name="Rectangle 27"/>
            <p:cNvSpPr/>
            <p:nvPr/>
          </p:nvSpPr>
          <p:spPr>
            <a:xfrm>
              <a:off x="4690885" y="1471730"/>
              <a:ext cx="6465957" cy="1104489"/>
            </a:xfrm>
            <a:prstGeom prst="rect">
              <a:avLst/>
            </a:prstGeom>
            <a:gradFill>
              <a:gsLst>
                <a:gs pos="37000">
                  <a:schemeClr val="bg1">
                    <a:lumMod val="75000"/>
                    <a:alpha val="31000"/>
                  </a:schemeClr>
                </a:gs>
                <a:gs pos="5000">
                  <a:schemeClr val="bg1">
                    <a:lumMod val="75000"/>
                  </a:schemeClr>
                </a:gs>
                <a:gs pos="100000">
                  <a:schemeClr val="bg1">
                    <a:alpha val="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dirty="0"/>
            </a:p>
          </p:txBody>
        </p:sp>
        <p:sp>
          <p:nvSpPr>
            <p:cNvPr id="29" name="TextBox 28"/>
            <p:cNvSpPr txBox="1"/>
            <p:nvPr/>
          </p:nvSpPr>
          <p:spPr>
            <a:xfrm>
              <a:off x="5486401" y="1650630"/>
              <a:ext cx="8648960" cy="777796"/>
            </a:xfrm>
            <a:prstGeom prst="rect">
              <a:avLst/>
            </a:prstGeom>
            <a:noFill/>
          </p:spPr>
          <p:txBody>
            <a:bodyPr wrap="square" rtlCol="0" anchor="ctr">
              <a:spAutoFit/>
            </a:bodyPr>
            <a:lstStyle/>
            <a:p>
              <a:r>
                <a:rPr lang="en-US" sz="1900" b="1" dirty="0">
                  <a:solidFill>
                    <a:srgbClr val="000000"/>
                  </a:solidFill>
                  <a:latin typeface="Times New Roman" panose="02020603050405020304" pitchFamily="18" charset="0"/>
                  <a:cs typeface="Times New Roman" panose="02020603050405020304" pitchFamily="18" charset="0"/>
                </a:rPr>
                <a:t>Objectives/ Need for the study</a:t>
              </a:r>
            </a:p>
          </p:txBody>
        </p:sp>
        <p:sp>
          <p:nvSpPr>
            <p:cNvPr id="30" name="Oval 29"/>
            <p:cNvSpPr>
              <a:spLocks noChangeAspect="1"/>
            </p:cNvSpPr>
            <p:nvPr/>
          </p:nvSpPr>
          <p:spPr>
            <a:xfrm>
              <a:off x="4113734" y="1462930"/>
              <a:ext cx="1372666" cy="1122088"/>
            </a:xfrm>
            <a:prstGeom prst="ellipse">
              <a:avLst/>
            </a:prstGeom>
            <a:gradFill flip="none" rotWithShape="1">
              <a:gsLst>
                <a:gs pos="0">
                  <a:schemeClr val="accent1">
                    <a:lumMod val="50000"/>
                  </a:schemeClr>
                </a:gs>
                <a:gs pos="50000">
                  <a:schemeClr val="accent1">
                    <a:lumMod val="75000"/>
                  </a:schemeClr>
                </a:gs>
                <a:gs pos="100000">
                  <a:schemeClr val="accent1"/>
                </a:gs>
              </a:gsLst>
              <a:lin ang="18900000" scaled="1"/>
              <a:tileRect/>
            </a:gradFill>
            <a:ln w="0">
              <a:noFill/>
              <a:prstDash val="solid"/>
              <a:round/>
              <a:headEnd/>
              <a:tailEnd/>
            </a:ln>
          </p:spPr>
          <p:txBody>
            <a:bodyPr vert="horz" wrap="square" lIns="27000" tIns="34290" rIns="27000" bIns="34290" numCol="1" anchor="ctr" anchorCtr="1" compatLnSpc="1">
              <a:prstTxWarp prst="textNoShape">
                <a:avLst/>
              </a:prstTxWarp>
            </a:bodyPr>
            <a:lstStyle/>
            <a:p>
              <a:r>
                <a:rPr lang="en-US" sz="1800" kern="0" dirty="0">
                  <a:solidFill>
                    <a:schemeClr val="bg1"/>
                  </a:solidFill>
                  <a:latin typeface="Arial" pitchFamily="34" charset="0"/>
                  <a:cs typeface="Arial" pitchFamily="34" charset="0"/>
                </a:rPr>
                <a:t>4</a:t>
              </a:r>
            </a:p>
          </p:txBody>
        </p:sp>
      </p:grpSp>
      <p:grpSp>
        <p:nvGrpSpPr>
          <p:cNvPr id="31" name="Group 30"/>
          <p:cNvGrpSpPr/>
          <p:nvPr/>
        </p:nvGrpSpPr>
        <p:grpSpPr>
          <a:xfrm>
            <a:off x="4200283" y="3834103"/>
            <a:ext cx="6315318" cy="555018"/>
            <a:chOff x="4113734" y="1462930"/>
            <a:chExt cx="9739586" cy="1122088"/>
          </a:xfrm>
        </p:grpSpPr>
        <p:sp>
          <p:nvSpPr>
            <p:cNvPr id="32" name="Rectangle 31"/>
            <p:cNvSpPr/>
            <p:nvPr/>
          </p:nvSpPr>
          <p:spPr>
            <a:xfrm>
              <a:off x="4690885" y="1471730"/>
              <a:ext cx="6465957" cy="1104489"/>
            </a:xfrm>
            <a:prstGeom prst="rect">
              <a:avLst/>
            </a:prstGeom>
            <a:gradFill>
              <a:gsLst>
                <a:gs pos="37000">
                  <a:schemeClr val="bg1">
                    <a:lumMod val="75000"/>
                    <a:alpha val="31000"/>
                  </a:schemeClr>
                </a:gs>
                <a:gs pos="5000">
                  <a:schemeClr val="bg1">
                    <a:lumMod val="75000"/>
                  </a:schemeClr>
                </a:gs>
                <a:gs pos="100000">
                  <a:schemeClr val="bg1">
                    <a:alpha val="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dirty="0"/>
            </a:p>
          </p:txBody>
        </p:sp>
        <p:sp>
          <p:nvSpPr>
            <p:cNvPr id="33" name="TextBox 32"/>
            <p:cNvSpPr txBox="1"/>
            <p:nvPr/>
          </p:nvSpPr>
          <p:spPr>
            <a:xfrm>
              <a:off x="5486401" y="1650630"/>
              <a:ext cx="8366919" cy="777796"/>
            </a:xfrm>
            <a:prstGeom prst="rect">
              <a:avLst/>
            </a:prstGeom>
            <a:noFill/>
          </p:spPr>
          <p:txBody>
            <a:bodyPr wrap="square" rtlCol="0" anchor="ctr">
              <a:spAutoFit/>
            </a:bodyPr>
            <a:lstStyle/>
            <a:p>
              <a:r>
                <a:rPr lang="en-US" sz="1900" b="1" dirty="0">
                  <a:solidFill>
                    <a:srgbClr val="000000"/>
                  </a:solidFill>
                  <a:latin typeface="Times New Roman" panose="02020603050405020304" pitchFamily="18" charset="0"/>
                  <a:cs typeface="Times New Roman" panose="02020603050405020304" pitchFamily="18" charset="0"/>
                </a:rPr>
                <a:t>Methodology</a:t>
              </a:r>
            </a:p>
          </p:txBody>
        </p:sp>
        <p:sp>
          <p:nvSpPr>
            <p:cNvPr id="34" name="Oval 33"/>
            <p:cNvSpPr>
              <a:spLocks noChangeAspect="1"/>
            </p:cNvSpPr>
            <p:nvPr/>
          </p:nvSpPr>
          <p:spPr>
            <a:xfrm>
              <a:off x="4113734" y="1462930"/>
              <a:ext cx="1372666" cy="1122088"/>
            </a:xfrm>
            <a:prstGeom prst="ellipse">
              <a:avLst/>
            </a:prstGeom>
            <a:gradFill flip="none" rotWithShape="1">
              <a:gsLst>
                <a:gs pos="0">
                  <a:schemeClr val="accent1">
                    <a:lumMod val="50000"/>
                  </a:schemeClr>
                </a:gs>
                <a:gs pos="50000">
                  <a:schemeClr val="accent1">
                    <a:lumMod val="75000"/>
                  </a:schemeClr>
                </a:gs>
                <a:gs pos="100000">
                  <a:schemeClr val="accent1"/>
                </a:gs>
              </a:gsLst>
              <a:lin ang="18900000" scaled="1"/>
              <a:tileRect/>
            </a:gradFill>
            <a:ln w="0">
              <a:noFill/>
              <a:prstDash val="solid"/>
              <a:round/>
              <a:headEnd/>
              <a:tailEnd/>
            </a:ln>
          </p:spPr>
          <p:txBody>
            <a:bodyPr vert="horz" wrap="square" lIns="27000" tIns="34290" rIns="27000" bIns="34290" numCol="1" anchor="ctr" anchorCtr="1" compatLnSpc="1">
              <a:prstTxWarp prst="textNoShape">
                <a:avLst/>
              </a:prstTxWarp>
            </a:bodyPr>
            <a:lstStyle/>
            <a:p>
              <a:r>
                <a:rPr lang="en-US" sz="1800" kern="0" dirty="0">
                  <a:solidFill>
                    <a:schemeClr val="bg1"/>
                  </a:solidFill>
                  <a:latin typeface="Arial" pitchFamily="34" charset="0"/>
                  <a:cs typeface="Arial" pitchFamily="34" charset="0"/>
                </a:rPr>
                <a:t>5</a:t>
              </a:r>
            </a:p>
          </p:txBody>
        </p:sp>
      </p:grpSp>
      <p:grpSp>
        <p:nvGrpSpPr>
          <p:cNvPr id="35" name="Group 34"/>
          <p:cNvGrpSpPr/>
          <p:nvPr/>
        </p:nvGrpSpPr>
        <p:grpSpPr>
          <a:xfrm>
            <a:off x="3859982" y="4502250"/>
            <a:ext cx="4609626" cy="555018"/>
            <a:chOff x="4113734" y="1462930"/>
            <a:chExt cx="7109040" cy="1122088"/>
          </a:xfrm>
        </p:grpSpPr>
        <p:sp>
          <p:nvSpPr>
            <p:cNvPr id="36" name="Rectangle 35"/>
            <p:cNvSpPr/>
            <p:nvPr/>
          </p:nvSpPr>
          <p:spPr>
            <a:xfrm>
              <a:off x="4690885" y="1471730"/>
              <a:ext cx="6465957" cy="1104489"/>
            </a:xfrm>
            <a:prstGeom prst="rect">
              <a:avLst/>
            </a:prstGeom>
            <a:gradFill>
              <a:gsLst>
                <a:gs pos="37000">
                  <a:schemeClr val="bg1">
                    <a:lumMod val="75000"/>
                    <a:alpha val="31000"/>
                  </a:schemeClr>
                </a:gs>
                <a:gs pos="5000">
                  <a:schemeClr val="bg1">
                    <a:lumMod val="75000"/>
                  </a:schemeClr>
                </a:gs>
                <a:gs pos="100000">
                  <a:schemeClr val="bg1">
                    <a:alpha val="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dirty="0"/>
            </a:p>
          </p:txBody>
        </p:sp>
        <p:sp>
          <p:nvSpPr>
            <p:cNvPr id="37" name="TextBox 36"/>
            <p:cNvSpPr txBox="1"/>
            <p:nvPr/>
          </p:nvSpPr>
          <p:spPr>
            <a:xfrm>
              <a:off x="5486401" y="1650632"/>
              <a:ext cx="5736373" cy="777796"/>
            </a:xfrm>
            <a:prstGeom prst="rect">
              <a:avLst/>
            </a:prstGeom>
            <a:noFill/>
          </p:spPr>
          <p:txBody>
            <a:bodyPr wrap="square" rtlCol="0" anchor="ctr">
              <a:spAutoFit/>
            </a:bodyPr>
            <a:lstStyle/>
            <a:p>
              <a:r>
                <a:rPr lang="en-US" sz="1900" b="1" dirty="0">
                  <a:solidFill>
                    <a:srgbClr val="000000"/>
                  </a:solidFill>
                  <a:latin typeface="Times New Roman" panose="02020603050405020304" pitchFamily="18" charset="0"/>
                  <a:cs typeface="Times New Roman" panose="02020603050405020304" pitchFamily="18" charset="0"/>
                </a:rPr>
                <a:t>Results and Discussions</a:t>
              </a:r>
            </a:p>
          </p:txBody>
        </p:sp>
        <p:sp>
          <p:nvSpPr>
            <p:cNvPr id="38" name="Oval 37"/>
            <p:cNvSpPr>
              <a:spLocks noChangeAspect="1"/>
            </p:cNvSpPr>
            <p:nvPr/>
          </p:nvSpPr>
          <p:spPr>
            <a:xfrm>
              <a:off x="4113734" y="1462930"/>
              <a:ext cx="1372666" cy="1122088"/>
            </a:xfrm>
            <a:prstGeom prst="ellipse">
              <a:avLst/>
            </a:prstGeom>
            <a:gradFill flip="none" rotWithShape="1">
              <a:gsLst>
                <a:gs pos="0">
                  <a:schemeClr val="accent1">
                    <a:lumMod val="50000"/>
                  </a:schemeClr>
                </a:gs>
                <a:gs pos="50000">
                  <a:schemeClr val="accent1">
                    <a:lumMod val="75000"/>
                  </a:schemeClr>
                </a:gs>
                <a:gs pos="100000">
                  <a:schemeClr val="accent1"/>
                </a:gs>
              </a:gsLst>
              <a:lin ang="18900000" scaled="1"/>
              <a:tileRect/>
            </a:gradFill>
            <a:ln w="0">
              <a:noFill/>
              <a:prstDash val="solid"/>
              <a:round/>
              <a:headEnd/>
              <a:tailEnd/>
            </a:ln>
          </p:spPr>
          <p:txBody>
            <a:bodyPr vert="horz" wrap="square" lIns="27000" tIns="34290" rIns="27000" bIns="34290" numCol="1" anchor="ctr" anchorCtr="1" compatLnSpc="1">
              <a:prstTxWarp prst="textNoShape">
                <a:avLst/>
              </a:prstTxWarp>
            </a:bodyPr>
            <a:lstStyle/>
            <a:p>
              <a:r>
                <a:rPr lang="en-US" sz="1800" kern="0" dirty="0">
                  <a:solidFill>
                    <a:schemeClr val="bg1"/>
                  </a:solidFill>
                  <a:latin typeface="Arial" pitchFamily="34" charset="0"/>
                  <a:cs typeface="Arial" pitchFamily="34" charset="0"/>
                </a:rPr>
                <a:t>6</a:t>
              </a:r>
            </a:p>
          </p:txBody>
        </p:sp>
      </p:grpSp>
      <p:grpSp>
        <p:nvGrpSpPr>
          <p:cNvPr id="4" name="Group 3">
            <a:extLst>
              <a:ext uri="{FF2B5EF4-FFF2-40B4-BE49-F238E27FC236}">
                <a16:creationId xmlns:a16="http://schemas.microsoft.com/office/drawing/2014/main" id="{25F41832-6524-0406-F00C-62149D1D4F6A}"/>
              </a:ext>
            </a:extLst>
          </p:cNvPr>
          <p:cNvGrpSpPr/>
          <p:nvPr/>
        </p:nvGrpSpPr>
        <p:grpSpPr>
          <a:xfrm>
            <a:off x="3276009" y="5178277"/>
            <a:ext cx="6782392" cy="555018"/>
            <a:chOff x="4113734" y="1462930"/>
            <a:chExt cx="10459915" cy="1122088"/>
          </a:xfrm>
        </p:grpSpPr>
        <p:sp>
          <p:nvSpPr>
            <p:cNvPr id="5" name="Rectangle 4">
              <a:extLst>
                <a:ext uri="{FF2B5EF4-FFF2-40B4-BE49-F238E27FC236}">
                  <a16:creationId xmlns:a16="http://schemas.microsoft.com/office/drawing/2014/main" id="{2293D1D2-1AC6-66E2-1F26-B9093909918C}"/>
                </a:ext>
              </a:extLst>
            </p:cNvPr>
            <p:cNvSpPr/>
            <p:nvPr/>
          </p:nvSpPr>
          <p:spPr>
            <a:xfrm>
              <a:off x="4690885" y="1471730"/>
              <a:ext cx="6465957" cy="1104489"/>
            </a:xfrm>
            <a:prstGeom prst="rect">
              <a:avLst/>
            </a:prstGeom>
            <a:gradFill>
              <a:gsLst>
                <a:gs pos="37000">
                  <a:schemeClr val="bg1">
                    <a:lumMod val="75000"/>
                    <a:alpha val="31000"/>
                  </a:schemeClr>
                </a:gs>
                <a:gs pos="5000">
                  <a:schemeClr val="bg1">
                    <a:lumMod val="75000"/>
                  </a:schemeClr>
                </a:gs>
                <a:gs pos="100000">
                  <a:schemeClr val="bg1">
                    <a:alpha val="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dirty="0"/>
            </a:p>
          </p:txBody>
        </p:sp>
        <p:sp>
          <p:nvSpPr>
            <p:cNvPr id="6" name="TextBox 5">
              <a:extLst>
                <a:ext uri="{FF2B5EF4-FFF2-40B4-BE49-F238E27FC236}">
                  <a16:creationId xmlns:a16="http://schemas.microsoft.com/office/drawing/2014/main" id="{0B80AD9F-A5AF-28FF-056F-5BE734C82583}"/>
                </a:ext>
              </a:extLst>
            </p:cNvPr>
            <p:cNvSpPr txBox="1"/>
            <p:nvPr/>
          </p:nvSpPr>
          <p:spPr>
            <a:xfrm>
              <a:off x="5486401" y="1650630"/>
              <a:ext cx="9087248" cy="777796"/>
            </a:xfrm>
            <a:prstGeom prst="rect">
              <a:avLst/>
            </a:prstGeom>
            <a:noFill/>
          </p:spPr>
          <p:txBody>
            <a:bodyPr wrap="square" rtlCol="0" anchor="ctr">
              <a:spAutoFit/>
            </a:bodyPr>
            <a:lstStyle/>
            <a:p>
              <a:r>
                <a:rPr lang="en-US" sz="1900" b="1" dirty="0">
                  <a:solidFill>
                    <a:srgbClr val="000000"/>
                  </a:solidFill>
                  <a:latin typeface="Times New Roman" panose="02020603050405020304" pitchFamily="18" charset="0"/>
                  <a:cs typeface="Times New Roman" panose="02020603050405020304" pitchFamily="18" charset="0"/>
                </a:rPr>
                <a:t>Conclusions</a:t>
              </a:r>
            </a:p>
          </p:txBody>
        </p:sp>
        <p:sp>
          <p:nvSpPr>
            <p:cNvPr id="7" name="Oval 6">
              <a:extLst>
                <a:ext uri="{FF2B5EF4-FFF2-40B4-BE49-F238E27FC236}">
                  <a16:creationId xmlns:a16="http://schemas.microsoft.com/office/drawing/2014/main" id="{DBE13740-2436-170B-B536-B0D7864E155A}"/>
                </a:ext>
              </a:extLst>
            </p:cNvPr>
            <p:cNvSpPr>
              <a:spLocks noChangeAspect="1"/>
            </p:cNvSpPr>
            <p:nvPr/>
          </p:nvSpPr>
          <p:spPr>
            <a:xfrm>
              <a:off x="4113734" y="1462930"/>
              <a:ext cx="1372666" cy="1122088"/>
            </a:xfrm>
            <a:prstGeom prst="ellipse">
              <a:avLst/>
            </a:prstGeom>
            <a:gradFill flip="none" rotWithShape="1">
              <a:gsLst>
                <a:gs pos="0">
                  <a:schemeClr val="accent1">
                    <a:lumMod val="50000"/>
                  </a:schemeClr>
                </a:gs>
                <a:gs pos="50000">
                  <a:schemeClr val="accent1">
                    <a:lumMod val="75000"/>
                  </a:schemeClr>
                </a:gs>
                <a:gs pos="100000">
                  <a:schemeClr val="accent1"/>
                </a:gs>
              </a:gsLst>
              <a:lin ang="18900000" scaled="1"/>
              <a:tileRect/>
            </a:gradFill>
            <a:ln w="0">
              <a:noFill/>
              <a:prstDash val="solid"/>
              <a:round/>
              <a:headEnd/>
              <a:tailEnd/>
            </a:ln>
          </p:spPr>
          <p:txBody>
            <a:bodyPr vert="horz" wrap="square" lIns="27000" tIns="34290" rIns="27000" bIns="34290" numCol="1" anchor="ctr" anchorCtr="1" compatLnSpc="1">
              <a:prstTxWarp prst="textNoShape">
                <a:avLst/>
              </a:prstTxWarp>
            </a:bodyPr>
            <a:lstStyle/>
            <a:p>
              <a:r>
                <a:rPr lang="en-US" sz="1800" kern="0" dirty="0">
                  <a:solidFill>
                    <a:schemeClr val="bg1"/>
                  </a:solidFill>
                  <a:latin typeface="Arial" pitchFamily="34" charset="0"/>
                  <a:cs typeface="Arial" pitchFamily="34" charset="0"/>
                </a:rPr>
                <a:t>7</a:t>
              </a:r>
            </a:p>
          </p:txBody>
        </p:sp>
      </p:grpSp>
      <p:grpSp>
        <p:nvGrpSpPr>
          <p:cNvPr id="8" name="Group 7">
            <a:extLst>
              <a:ext uri="{FF2B5EF4-FFF2-40B4-BE49-F238E27FC236}">
                <a16:creationId xmlns:a16="http://schemas.microsoft.com/office/drawing/2014/main" id="{CC433D22-7123-16EC-FBA9-58B142F316E1}"/>
              </a:ext>
            </a:extLst>
          </p:cNvPr>
          <p:cNvGrpSpPr/>
          <p:nvPr/>
        </p:nvGrpSpPr>
        <p:grpSpPr>
          <a:xfrm>
            <a:off x="2562007" y="5834878"/>
            <a:ext cx="6490554" cy="586241"/>
            <a:chOff x="4113734" y="1462930"/>
            <a:chExt cx="8146706" cy="1185214"/>
          </a:xfrm>
        </p:grpSpPr>
        <p:sp>
          <p:nvSpPr>
            <p:cNvPr id="9" name="Rectangle 8">
              <a:extLst>
                <a:ext uri="{FF2B5EF4-FFF2-40B4-BE49-F238E27FC236}">
                  <a16:creationId xmlns:a16="http://schemas.microsoft.com/office/drawing/2014/main" id="{369A7F27-00E7-8B44-72EA-B6D724382481}"/>
                </a:ext>
              </a:extLst>
            </p:cNvPr>
            <p:cNvSpPr/>
            <p:nvPr/>
          </p:nvSpPr>
          <p:spPr>
            <a:xfrm>
              <a:off x="4690884" y="1471729"/>
              <a:ext cx="7569556" cy="1176415"/>
            </a:xfrm>
            <a:prstGeom prst="rect">
              <a:avLst/>
            </a:prstGeom>
            <a:gradFill>
              <a:gsLst>
                <a:gs pos="37000">
                  <a:schemeClr val="bg1">
                    <a:lumMod val="75000"/>
                    <a:alpha val="31000"/>
                  </a:schemeClr>
                </a:gs>
                <a:gs pos="5000">
                  <a:schemeClr val="bg1">
                    <a:lumMod val="75000"/>
                  </a:schemeClr>
                </a:gs>
                <a:gs pos="100000">
                  <a:schemeClr val="bg1">
                    <a:alpha val="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dirty="0"/>
            </a:p>
          </p:txBody>
        </p:sp>
        <p:sp>
          <p:nvSpPr>
            <p:cNvPr id="10" name="TextBox 9">
              <a:extLst>
                <a:ext uri="{FF2B5EF4-FFF2-40B4-BE49-F238E27FC236}">
                  <a16:creationId xmlns:a16="http://schemas.microsoft.com/office/drawing/2014/main" id="{E57196C3-9BDC-08F9-F9B3-7CE21CE7D290}"/>
                </a:ext>
              </a:extLst>
            </p:cNvPr>
            <p:cNvSpPr txBox="1"/>
            <p:nvPr/>
          </p:nvSpPr>
          <p:spPr>
            <a:xfrm>
              <a:off x="5259339" y="1662195"/>
              <a:ext cx="6880126" cy="746685"/>
            </a:xfrm>
            <a:prstGeom prst="rect">
              <a:avLst/>
            </a:prstGeom>
            <a:noFill/>
          </p:spPr>
          <p:txBody>
            <a:bodyPr wrap="square" rtlCol="0" anchor="ctr">
              <a:spAutoFit/>
            </a:bodyPr>
            <a:lstStyle/>
            <a:p>
              <a:r>
                <a:rPr lang="en-US" sz="1800" b="1" dirty="0">
                  <a:latin typeface="Times New Roman" pitchFamily="18" charset="0"/>
                  <a:cs typeface="Times New Roman" pitchFamily="18" charset="0"/>
                </a:rPr>
                <a:t>Future Scope and Industry Relevance</a:t>
              </a:r>
              <a:endParaRPr lang="en-US" sz="1900" b="1" dirty="0">
                <a:solidFill>
                  <a:srgbClr val="000000"/>
                </a:solidFill>
                <a:latin typeface="Times New Roman" pitchFamily="18" charset="0"/>
                <a:cs typeface="Times New Roman" pitchFamily="18" charset="0"/>
              </a:endParaRPr>
            </a:p>
          </p:txBody>
        </p:sp>
        <p:sp>
          <p:nvSpPr>
            <p:cNvPr id="11" name="Oval 10">
              <a:extLst>
                <a:ext uri="{FF2B5EF4-FFF2-40B4-BE49-F238E27FC236}">
                  <a16:creationId xmlns:a16="http://schemas.microsoft.com/office/drawing/2014/main" id="{B52DC5FA-D3EE-5102-AD7F-B88597FF13FF}"/>
                </a:ext>
              </a:extLst>
            </p:cNvPr>
            <p:cNvSpPr>
              <a:spLocks noChangeAspect="1"/>
            </p:cNvSpPr>
            <p:nvPr/>
          </p:nvSpPr>
          <p:spPr>
            <a:xfrm>
              <a:off x="4113734" y="1462930"/>
              <a:ext cx="1145605" cy="1122089"/>
            </a:xfrm>
            <a:prstGeom prst="ellipse">
              <a:avLst/>
            </a:prstGeom>
            <a:gradFill flip="none" rotWithShape="1">
              <a:gsLst>
                <a:gs pos="0">
                  <a:schemeClr val="accent1">
                    <a:lumMod val="50000"/>
                  </a:schemeClr>
                </a:gs>
                <a:gs pos="50000">
                  <a:schemeClr val="accent1">
                    <a:lumMod val="75000"/>
                  </a:schemeClr>
                </a:gs>
                <a:gs pos="100000">
                  <a:schemeClr val="accent1"/>
                </a:gs>
              </a:gsLst>
              <a:lin ang="18900000" scaled="1"/>
              <a:tileRect/>
            </a:gradFill>
            <a:ln w="0">
              <a:noFill/>
              <a:prstDash val="solid"/>
              <a:round/>
              <a:headEnd/>
              <a:tailEnd/>
            </a:ln>
          </p:spPr>
          <p:txBody>
            <a:bodyPr vert="horz" wrap="square" lIns="27000" tIns="34290" rIns="27000" bIns="34290" numCol="1" anchor="ctr" anchorCtr="1" compatLnSpc="1">
              <a:prstTxWarp prst="textNoShape">
                <a:avLst/>
              </a:prstTxWarp>
            </a:bodyPr>
            <a:lstStyle/>
            <a:p>
              <a:r>
                <a:rPr lang="en-US" sz="1800" kern="0" dirty="0">
                  <a:solidFill>
                    <a:schemeClr val="bg1"/>
                  </a:solidFill>
                  <a:latin typeface="Arial" pitchFamily="34" charset="0"/>
                  <a:cs typeface="Arial" pitchFamily="34" charset="0"/>
                </a:rPr>
                <a:t>8</a:t>
              </a:r>
            </a:p>
          </p:txBody>
        </p:sp>
      </p:grpSp>
      <p:sp>
        <p:nvSpPr>
          <p:cNvPr id="1029" name="AutoShape 5" descr="WhatsApp Image 2025-01-22 at 11.18.13.jpeg"/>
          <p:cNvSpPr>
            <a:spLocks noChangeAspect="1" noChangeArrowheads="1"/>
          </p:cNvSpPr>
          <p:nvPr/>
        </p:nvSpPr>
        <p:spPr bwMode="auto">
          <a:xfrm>
            <a:off x="186690" y="-154093"/>
            <a:ext cx="365760" cy="325121"/>
          </a:xfrm>
          <a:prstGeom prst="rect">
            <a:avLst/>
          </a:prstGeom>
          <a:noFill/>
        </p:spPr>
        <p:txBody>
          <a:bodyPr vert="horz" wrap="square" lIns="104498" tIns="52249" rIns="104498" bIns="52249" numCol="1" anchor="t" anchorCtr="0" compatLnSpc="1">
            <a:prstTxWarp prst="textNoShape">
              <a:avLst/>
            </a:prstTxWarp>
          </a:bodyPr>
          <a:lstStyle/>
          <a:p>
            <a:endParaRPr lang="en-US"/>
          </a:p>
        </p:txBody>
      </p:sp>
      <p:sp>
        <p:nvSpPr>
          <p:cNvPr id="1031" name="AutoShape 7" descr="WhatsApp Image 2025-01-22 at 11.18.13.jpeg"/>
          <p:cNvSpPr>
            <a:spLocks noChangeAspect="1" noChangeArrowheads="1"/>
          </p:cNvSpPr>
          <p:nvPr/>
        </p:nvSpPr>
        <p:spPr bwMode="auto">
          <a:xfrm>
            <a:off x="186690" y="-154093"/>
            <a:ext cx="365760" cy="325121"/>
          </a:xfrm>
          <a:prstGeom prst="rect">
            <a:avLst/>
          </a:prstGeom>
          <a:noFill/>
        </p:spPr>
        <p:txBody>
          <a:bodyPr vert="horz" wrap="square" lIns="104498" tIns="52249" rIns="104498" bIns="52249" numCol="1" anchor="t" anchorCtr="0" compatLnSpc="1">
            <a:prstTxWarp prst="textNoShape">
              <a:avLst/>
            </a:prstTxWarp>
          </a:bodyPr>
          <a:lstStyle/>
          <a:p>
            <a:endParaRPr lang="en-US"/>
          </a:p>
        </p:txBody>
      </p:sp>
      <p:grpSp>
        <p:nvGrpSpPr>
          <p:cNvPr id="49" name="Group 48">
            <a:extLst>
              <a:ext uri="{FF2B5EF4-FFF2-40B4-BE49-F238E27FC236}">
                <a16:creationId xmlns:a16="http://schemas.microsoft.com/office/drawing/2014/main" id="{25F41832-6524-0406-F00C-62149D1D4F6A}"/>
              </a:ext>
            </a:extLst>
          </p:cNvPr>
          <p:cNvGrpSpPr/>
          <p:nvPr/>
        </p:nvGrpSpPr>
        <p:grpSpPr>
          <a:xfrm>
            <a:off x="2103120" y="6421120"/>
            <a:ext cx="6782392" cy="555018"/>
            <a:chOff x="4113734" y="1462930"/>
            <a:chExt cx="10459915" cy="1122088"/>
          </a:xfrm>
        </p:grpSpPr>
        <p:sp>
          <p:nvSpPr>
            <p:cNvPr id="50" name="Rectangle 49">
              <a:extLst>
                <a:ext uri="{FF2B5EF4-FFF2-40B4-BE49-F238E27FC236}">
                  <a16:creationId xmlns:a16="http://schemas.microsoft.com/office/drawing/2014/main" id="{2293D1D2-1AC6-66E2-1F26-B9093909918C}"/>
                </a:ext>
              </a:extLst>
            </p:cNvPr>
            <p:cNvSpPr/>
            <p:nvPr/>
          </p:nvSpPr>
          <p:spPr>
            <a:xfrm>
              <a:off x="4690885" y="1471730"/>
              <a:ext cx="6465957" cy="1104489"/>
            </a:xfrm>
            <a:prstGeom prst="rect">
              <a:avLst/>
            </a:prstGeom>
            <a:gradFill>
              <a:gsLst>
                <a:gs pos="37000">
                  <a:schemeClr val="bg1">
                    <a:lumMod val="75000"/>
                    <a:alpha val="31000"/>
                  </a:schemeClr>
                </a:gs>
                <a:gs pos="5000">
                  <a:schemeClr val="bg1">
                    <a:lumMod val="75000"/>
                  </a:schemeClr>
                </a:gs>
                <a:gs pos="100000">
                  <a:schemeClr val="bg1">
                    <a:alpha val="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dirty="0"/>
            </a:p>
          </p:txBody>
        </p:sp>
        <p:sp>
          <p:nvSpPr>
            <p:cNvPr id="51" name="TextBox 50">
              <a:extLst>
                <a:ext uri="{FF2B5EF4-FFF2-40B4-BE49-F238E27FC236}">
                  <a16:creationId xmlns:a16="http://schemas.microsoft.com/office/drawing/2014/main" id="{0B80AD9F-A5AF-28FF-056F-5BE734C82583}"/>
                </a:ext>
              </a:extLst>
            </p:cNvPr>
            <p:cNvSpPr txBox="1"/>
            <p:nvPr/>
          </p:nvSpPr>
          <p:spPr>
            <a:xfrm>
              <a:off x="5486401" y="1650630"/>
              <a:ext cx="9087248" cy="777796"/>
            </a:xfrm>
            <a:prstGeom prst="rect">
              <a:avLst/>
            </a:prstGeom>
            <a:noFill/>
          </p:spPr>
          <p:txBody>
            <a:bodyPr wrap="square" rtlCol="0" anchor="ctr">
              <a:spAutoFit/>
            </a:bodyPr>
            <a:lstStyle/>
            <a:p>
              <a:r>
                <a:rPr lang="en-US" sz="1900" b="1" dirty="0">
                  <a:solidFill>
                    <a:srgbClr val="000000"/>
                  </a:solidFill>
                  <a:latin typeface="Times New Roman" panose="02020603050405020304" pitchFamily="18" charset="0"/>
                  <a:cs typeface="Times New Roman" panose="02020603050405020304" pitchFamily="18" charset="0"/>
                </a:rPr>
                <a:t>References</a:t>
              </a:r>
            </a:p>
          </p:txBody>
        </p:sp>
        <p:sp>
          <p:nvSpPr>
            <p:cNvPr id="52" name="Oval 51">
              <a:extLst>
                <a:ext uri="{FF2B5EF4-FFF2-40B4-BE49-F238E27FC236}">
                  <a16:creationId xmlns:a16="http://schemas.microsoft.com/office/drawing/2014/main" id="{DBE13740-2436-170B-B536-B0D7864E155A}"/>
                </a:ext>
              </a:extLst>
            </p:cNvPr>
            <p:cNvSpPr>
              <a:spLocks noChangeAspect="1"/>
            </p:cNvSpPr>
            <p:nvPr/>
          </p:nvSpPr>
          <p:spPr>
            <a:xfrm>
              <a:off x="4113734" y="1462930"/>
              <a:ext cx="1372666" cy="1122088"/>
            </a:xfrm>
            <a:prstGeom prst="ellipse">
              <a:avLst/>
            </a:prstGeom>
            <a:gradFill flip="none" rotWithShape="1">
              <a:gsLst>
                <a:gs pos="0">
                  <a:schemeClr val="accent1">
                    <a:lumMod val="50000"/>
                  </a:schemeClr>
                </a:gs>
                <a:gs pos="50000">
                  <a:schemeClr val="accent1">
                    <a:lumMod val="75000"/>
                  </a:schemeClr>
                </a:gs>
                <a:gs pos="100000">
                  <a:schemeClr val="accent1"/>
                </a:gs>
              </a:gsLst>
              <a:lin ang="18900000" scaled="1"/>
              <a:tileRect/>
            </a:gradFill>
            <a:ln w="0">
              <a:noFill/>
              <a:prstDash val="solid"/>
              <a:round/>
              <a:headEnd/>
              <a:tailEnd/>
            </a:ln>
          </p:spPr>
          <p:txBody>
            <a:bodyPr vert="horz" wrap="square" lIns="27000" tIns="34290" rIns="27000" bIns="34290" numCol="1" anchor="ctr" anchorCtr="1" compatLnSpc="1">
              <a:prstTxWarp prst="textNoShape">
                <a:avLst/>
              </a:prstTxWarp>
            </a:bodyPr>
            <a:lstStyle/>
            <a:p>
              <a:r>
                <a:rPr lang="en-US" sz="1800" kern="0" dirty="0">
                  <a:solidFill>
                    <a:schemeClr val="bg1"/>
                  </a:solidFill>
                  <a:latin typeface="Arial" pitchFamily="34" charset="0"/>
                  <a:cs typeface="Arial" pitchFamily="34" charset="0"/>
                </a:rPr>
                <a:t>7</a:t>
              </a:r>
            </a:p>
          </p:txBody>
        </p:sp>
      </p:grpSp>
      <p:pic>
        <p:nvPicPr>
          <p:cNvPr id="1032" name="Picture 8" descr="D:\unnamed.jpg"/>
          <p:cNvPicPr>
            <a:picLocks noChangeAspect="1" noChangeArrowheads="1"/>
          </p:cNvPicPr>
          <p:nvPr/>
        </p:nvPicPr>
        <p:blipFill>
          <a:blip r:embed="rId4"/>
          <a:srcRect/>
          <a:stretch>
            <a:fillRect/>
          </a:stretch>
        </p:blipFill>
        <p:spPr bwMode="auto">
          <a:xfrm>
            <a:off x="365760" y="2357119"/>
            <a:ext cx="2834640" cy="2834640"/>
          </a:xfrm>
          <a:prstGeom prst="rect">
            <a:avLst/>
          </a:prstGeom>
          <a:noFill/>
        </p:spPr>
      </p:pic>
      <p:pic>
        <p:nvPicPr>
          <p:cNvPr id="53" name="Picture 8" descr="D:\unnamed.jpg"/>
          <p:cNvPicPr>
            <a:picLocks noChangeAspect="1" noChangeArrowheads="1"/>
          </p:cNvPicPr>
          <p:nvPr/>
        </p:nvPicPr>
        <p:blipFill>
          <a:blip r:embed="rId5" cstate="print"/>
          <a:srcRect/>
          <a:stretch>
            <a:fillRect/>
          </a:stretch>
        </p:blipFill>
        <p:spPr bwMode="auto">
          <a:xfrm>
            <a:off x="9966960" y="1"/>
            <a:ext cx="1005840" cy="1005840"/>
          </a:xfrm>
          <a:prstGeom prst="rect">
            <a:avLst/>
          </a:prstGeom>
          <a:noFill/>
        </p:spPr>
      </p:pic>
      <p:sp>
        <p:nvSpPr>
          <p:cNvPr id="54" name="Slide Number Placeholder 2"/>
          <p:cNvSpPr txBox="1">
            <a:spLocks/>
          </p:cNvSpPr>
          <p:nvPr/>
        </p:nvSpPr>
        <p:spPr>
          <a:xfrm>
            <a:off x="9738360" y="6925733"/>
            <a:ext cx="2468880" cy="389467"/>
          </a:xfrm>
          <a:prstGeom prst="rect">
            <a:avLst/>
          </a:prstGeom>
        </p:spPr>
        <p:txBody>
          <a:bodyPr/>
          <a:lstStyle/>
          <a:p>
            <a:pPr marL="0" marR="0" lvl="0" indent="0" algn="l" defTabSz="1044976" rtl="0" eaLnBrk="1" fontAlgn="auto" latinLnBrk="0" hangingPunct="1">
              <a:lnSpc>
                <a:spcPct val="100000"/>
              </a:lnSpc>
              <a:spcBef>
                <a:spcPts val="0"/>
              </a:spcBef>
              <a:spcAft>
                <a:spcPts val="0"/>
              </a:spcAft>
              <a:buClrTx/>
              <a:buSzTx/>
              <a:buFontTx/>
              <a:buNone/>
              <a:tabLst/>
              <a:defRPr/>
            </a:pPr>
            <a:fld id="{DEE1B5D3-41FC-4244-BB46-5FB8EFC09C75}" type="slidenum">
              <a:rPr kumimoji="0" lang="en-US" sz="1400" i="0" u="none" strike="noStrike" kern="1200" cap="none" spc="0" normalizeH="0" baseline="0" noProof="0" smtClean="0">
                <a:ln>
                  <a:noFill/>
                </a:ln>
                <a:solidFill>
                  <a:schemeClr val="tx1"/>
                </a:solidFill>
                <a:effectLst/>
                <a:uLnTx/>
                <a:uFillTx/>
                <a:cs typeface="Times New Roman" pitchFamily="18" charset="0"/>
              </a:rPr>
              <a:pPr marL="0" marR="0" lvl="0" indent="0" algn="l" defTabSz="1044976" rtl="0" eaLnBrk="1" fontAlgn="auto" latinLnBrk="0" hangingPunct="1">
                <a:lnSpc>
                  <a:spcPct val="100000"/>
                </a:lnSpc>
                <a:spcBef>
                  <a:spcPts val="0"/>
                </a:spcBef>
                <a:spcAft>
                  <a:spcPts val="0"/>
                </a:spcAft>
                <a:buClrTx/>
                <a:buSzTx/>
                <a:buFontTx/>
                <a:buNone/>
                <a:tabLst/>
                <a:defRPr/>
              </a:pPr>
              <a:t>2</a:t>
            </a:fld>
            <a:r>
              <a:rPr kumimoji="0" lang="en-US" sz="1400" i="0" u="none" strike="noStrike" kern="1200" cap="none" spc="0" normalizeH="0" baseline="0" noProof="0" dirty="0">
                <a:ln>
                  <a:noFill/>
                </a:ln>
                <a:solidFill>
                  <a:schemeClr val="tx1"/>
                </a:solidFill>
                <a:effectLst/>
                <a:uLnTx/>
                <a:uFillTx/>
                <a:cs typeface="Times New Roman" pitchFamily="18" charset="0"/>
              </a:rPr>
              <a:t> of 14</a:t>
            </a:r>
          </a:p>
        </p:txBody>
      </p:sp>
    </p:spTree>
    <p:extLst>
      <p:ext uri="{BB962C8B-B14F-4D97-AF65-F5344CB8AC3E}">
        <p14:creationId xmlns:p14="http://schemas.microsoft.com/office/powerpoint/2010/main" val="2054764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51" name="Rectangle 3"/>
          <p:cNvSpPr>
            <a:spLocks noGrp="1" noChangeArrowheads="1"/>
          </p:cNvSpPr>
          <p:nvPr>
            <p:ph type="subTitle" idx="1"/>
          </p:nvPr>
        </p:nvSpPr>
        <p:spPr>
          <a:xfrm>
            <a:off x="152400" y="1460825"/>
            <a:ext cx="10789920" cy="4566919"/>
          </a:xfrm>
        </p:spPr>
        <p:txBody>
          <a:bodyPr/>
          <a:lstStyle/>
          <a:p>
            <a:pPr>
              <a:lnSpc>
                <a:spcPct val="80000"/>
              </a:lnSpc>
            </a:pPr>
            <a:endParaRPr lang="en-US" sz="300" dirty="0"/>
          </a:p>
          <a:p>
            <a:pPr>
              <a:lnSpc>
                <a:spcPct val="80000"/>
              </a:lnSpc>
            </a:pPr>
            <a:endParaRPr lang="en-US" sz="300" dirty="0"/>
          </a:p>
          <a:p>
            <a:pPr>
              <a:lnSpc>
                <a:spcPct val="80000"/>
              </a:lnSpc>
            </a:pPr>
            <a:endParaRPr lang="en-US" sz="3400" dirty="0"/>
          </a:p>
        </p:txBody>
      </p:sp>
      <p:sp>
        <p:nvSpPr>
          <p:cNvPr id="3" name="Slide Number Placeholder 2"/>
          <p:cNvSpPr>
            <a:spLocks noGrp="1"/>
          </p:cNvSpPr>
          <p:nvPr>
            <p:ph type="sldNum" sz="quarter" idx="12"/>
          </p:nvPr>
        </p:nvSpPr>
        <p:spPr>
          <a:xfrm>
            <a:off x="8275320" y="6907381"/>
            <a:ext cx="2468880" cy="389467"/>
          </a:xfrm>
        </p:spPr>
        <p:txBody>
          <a:bodyPr/>
          <a:lstStyle/>
          <a:p>
            <a:fld id="{DEE1B5D3-41FC-4244-BB46-5FB8EFC09C75}" type="slidenum">
              <a:rPr lang="en-US" smtClean="0"/>
              <a:pPr/>
              <a:t>3</a:t>
            </a:fld>
            <a:r>
              <a:rPr lang="en-US" dirty="0"/>
              <a:t> of 14</a:t>
            </a:r>
          </a:p>
        </p:txBody>
      </p:sp>
      <p:sp>
        <p:nvSpPr>
          <p:cNvPr id="2057" name="Rectangle 9"/>
          <p:cNvSpPr>
            <a:spLocks noChangeArrowheads="1"/>
          </p:cNvSpPr>
          <p:nvPr/>
        </p:nvSpPr>
        <p:spPr bwMode="auto">
          <a:xfrm>
            <a:off x="914400" y="501227"/>
            <a:ext cx="8595360" cy="1625600"/>
          </a:xfrm>
          <a:prstGeom prst="rect">
            <a:avLst/>
          </a:prstGeom>
          <a:noFill/>
          <a:ln w="9525">
            <a:noFill/>
            <a:miter lim="800000"/>
            <a:headEnd/>
            <a:tailEnd/>
          </a:ln>
          <a:effectLst/>
        </p:spPr>
        <p:txBody>
          <a:bodyPr lIns="104498" tIns="52249" rIns="104498" bIns="52249" anchor="ctr"/>
          <a:lstStyle/>
          <a:p>
            <a:br>
              <a:rPr lang="en-US" sz="1800" dirty="0">
                <a:effectLst>
                  <a:outerShdw blurRad="38100" dist="38100" dir="2700000" algn="tl">
                    <a:srgbClr val="000000"/>
                  </a:outerShdw>
                </a:effectLst>
              </a:rPr>
            </a:br>
            <a:endParaRPr lang="en-US" dirty="0">
              <a:effectLst>
                <a:outerShdw blurRad="38100" dist="38100" dir="2700000" algn="tl">
                  <a:srgbClr val="000000"/>
                </a:outerShdw>
              </a:effectLst>
            </a:endParaRPr>
          </a:p>
        </p:txBody>
      </p:sp>
      <p:sp>
        <p:nvSpPr>
          <p:cNvPr id="9" name="Rectangle 8"/>
          <p:cNvSpPr/>
          <p:nvPr/>
        </p:nvSpPr>
        <p:spPr>
          <a:xfrm>
            <a:off x="2295015" y="164672"/>
            <a:ext cx="6413678" cy="959598"/>
          </a:xfrm>
          <a:prstGeom prst="rect">
            <a:avLst/>
          </a:prstGeom>
        </p:spPr>
        <p:txBody>
          <a:bodyPr wrap="square" lIns="104498" tIns="52249" rIns="104498" bIns="52249">
            <a:spAutoFit/>
          </a:bodyPr>
          <a:lstStyle/>
          <a:p>
            <a:pPr algn="ctr">
              <a:lnSpc>
                <a:spcPct val="150000"/>
              </a:lnSpc>
              <a:defRPr/>
            </a:pPr>
            <a:r>
              <a:rPr lang="en-US" sz="3700" b="1" dirty="0">
                <a:solidFill>
                  <a:schemeClr val="bg1"/>
                </a:solidFill>
                <a:latin typeface="Times New Roman" pitchFamily="18" charset="0"/>
                <a:ea typeface="Verdana" pitchFamily="34" charset="0"/>
                <a:cs typeface="Times New Roman" pitchFamily="18" charset="0"/>
              </a:rPr>
              <a:t>About the Institute</a:t>
            </a:r>
          </a:p>
        </p:txBody>
      </p:sp>
      <p:sp>
        <p:nvSpPr>
          <p:cNvPr id="2" name="Rectangle 1"/>
          <p:cNvSpPr/>
          <p:nvPr/>
        </p:nvSpPr>
        <p:spPr>
          <a:xfrm>
            <a:off x="175082" y="1612418"/>
            <a:ext cx="10653544" cy="3552616"/>
          </a:xfrm>
          <a:prstGeom prst="rect">
            <a:avLst/>
          </a:prstGeom>
          <a:ln>
            <a:noFill/>
          </a:ln>
        </p:spPr>
        <p:txBody>
          <a:bodyPr wrap="square" lIns="104498" tIns="52249" rIns="104498" bIns="52249">
            <a:spAutoFit/>
          </a:bodyPr>
          <a:lstStyle/>
          <a:p>
            <a:pPr marL="565150" indent="-457200" algn="just">
              <a:buFont typeface="Courier New" panose="02070309020205020404" pitchFamily="49" charset="0"/>
              <a:buChar char="o"/>
            </a:pPr>
            <a:r>
              <a:rPr lang="en-US" altLang="en-US" sz="2800" dirty="0">
                <a:latin typeface="Times New Roman" panose="02020603050405020304" pitchFamily="18" charset="0"/>
                <a:cs typeface="Times New Roman" panose="02020603050405020304" pitchFamily="18" charset="0"/>
              </a:rPr>
              <a:t>Dams play a critical role in water resource management, electricity generation (hydropower), flood control, and irrigation. </a:t>
            </a:r>
          </a:p>
          <a:p>
            <a:pPr marL="107950" algn="just"/>
            <a:endParaRPr lang="en-US" altLang="en-US" sz="2800" dirty="0">
              <a:latin typeface="Times New Roman" panose="02020603050405020304" pitchFamily="18" charset="0"/>
              <a:cs typeface="Times New Roman" panose="02020603050405020304" pitchFamily="18" charset="0"/>
            </a:endParaRPr>
          </a:p>
          <a:p>
            <a:pPr marL="565150" indent="-457200" algn="just">
              <a:buFont typeface="Courier New" panose="02070309020205020404" pitchFamily="49" charset="0"/>
              <a:buChar char="o"/>
            </a:pPr>
            <a:r>
              <a:rPr lang="en-US" altLang="en-US" sz="2800" dirty="0">
                <a:latin typeface="Times New Roman" panose="02020603050405020304" pitchFamily="18" charset="0"/>
                <a:cs typeface="Times New Roman" panose="02020603050405020304" pitchFamily="18" charset="0"/>
              </a:rPr>
              <a:t>The titled project interfaces ESP32 microcontroller with ultra sonic, turbidity, rain, flow sensors for the automation and dam condition monitoring. The crack detection process involves interfacing of camera with the microcontroller where an image is fed to detect the crack.</a:t>
            </a:r>
          </a:p>
        </p:txBody>
      </p:sp>
      <p:pic>
        <p:nvPicPr>
          <p:cNvPr id="12" name="Picture 11">
            <a:extLst>
              <a:ext uri="{FF2B5EF4-FFF2-40B4-BE49-F238E27FC236}">
                <a16:creationId xmlns:a16="http://schemas.microsoft.com/office/drawing/2014/main" id="{1CA3EAA7-EBE4-4ADF-9551-C1B6CF15AB70}"/>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16478" t="82535" r="12817" b="-313"/>
          <a:stretch/>
        </p:blipFill>
        <p:spPr>
          <a:xfrm>
            <a:off x="0" y="0"/>
            <a:ext cx="10972800" cy="1056640"/>
          </a:xfrm>
          <a:prstGeom prst="rect">
            <a:avLst/>
          </a:prstGeom>
        </p:spPr>
      </p:pic>
      <p:sp>
        <p:nvSpPr>
          <p:cNvPr id="14" name="TextBox 13">
            <a:extLst>
              <a:ext uri="{FF2B5EF4-FFF2-40B4-BE49-F238E27FC236}">
                <a16:creationId xmlns:a16="http://schemas.microsoft.com/office/drawing/2014/main" id="{B0000823-3D60-DC45-B1EF-29A32C704670}"/>
              </a:ext>
            </a:extLst>
          </p:cNvPr>
          <p:cNvSpPr txBox="1"/>
          <p:nvPr/>
        </p:nvSpPr>
        <p:spPr>
          <a:xfrm flipH="1">
            <a:off x="2286000" y="243841"/>
            <a:ext cx="6282348" cy="567183"/>
          </a:xfrm>
          <a:prstGeom prst="rect">
            <a:avLst/>
          </a:prstGeom>
          <a:noFill/>
          <a:ln>
            <a:noFill/>
          </a:ln>
        </p:spPr>
        <p:txBody>
          <a:bodyPr wrap="square" lIns="104498" tIns="52249" rIns="104498" bIns="52249" rtlCol="0">
            <a:spAutoFit/>
          </a:bodyPr>
          <a:lstStyle/>
          <a:p>
            <a:pPr algn="ctr"/>
            <a:r>
              <a:rPr lang="en-US" sz="3000" b="1" dirty="0">
                <a:solidFill>
                  <a:schemeClr val="bg1"/>
                </a:solidFill>
                <a:latin typeface="Times New Roman" panose="02020603050405020304" pitchFamily="18" charset="0"/>
                <a:ea typeface="Roboto Medium" panose="02000000000000000000" pitchFamily="2" charset="0"/>
                <a:cs typeface="Times New Roman" panose="02020603050405020304" pitchFamily="18" charset="0"/>
              </a:rPr>
              <a:t>INTRODUCTION</a:t>
            </a:r>
          </a:p>
        </p:txBody>
      </p:sp>
      <p:pic>
        <p:nvPicPr>
          <p:cNvPr id="11" name="Picture 8" descr="D:\unnamed.jpg"/>
          <p:cNvPicPr>
            <a:picLocks noChangeAspect="1" noChangeArrowheads="1"/>
          </p:cNvPicPr>
          <p:nvPr/>
        </p:nvPicPr>
        <p:blipFill>
          <a:blip r:embed="rId4" cstate="print"/>
          <a:srcRect/>
          <a:stretch>
            <a:fillRect/>
          </a:stretch>
        </p:blipFill>
        <p:spPr bwMode="auto">
          <a:xfrm>
            <a:off x="9966960" y="1"/>
            <a:ext cx="1005840" cy="1005840"/>
          </a:xfrm>
          <a:prstGeom prst="rect">
            <a:avLst/>
          </a:prstGeom>
          <a:noFill/>
        </p:spPr>
      </p:pic>
      <p:sp>
        <p:nvSpPr>
          <p:cNvPr id="15" name="Footer Placeholder 14"/>
          <p:cNvSpPr>
            <a:spLocks noGrp="1"/>
          </p:cNvSpPr>
          <p:nvPr>
            <p:ph type="ftr" sz="quarter" idx="11"/>
          </p:nvPr>
        </p:nvSpPr>
        <p:spPr>
          <a:xfrm>
            <a:off x="152400" y="6781800"/>
            <a:ext cx="3474720" cy="389467"/>
          </a:xfrm>
        </p:spPr>
        <p:txBody>
          <a:bodyPr/>
          <a:lstStyle/>
          <a:p>
            <a:pPr algn="l"/>
            <a:r>
              <a:rPr lang="en-US" dirty="0"/>
              <a:t>Paper Id: 182                                      </a:t>
            </a:r>
          </a:p>
        </p:txBody>
      </p:sp>
    </p:spTree>
    <p:extLst>
      <p:ext uri="{BB962C8B-B14F-4D97-AF65-F5344CB8AC3E}">
        <p14:creationId xmlns:p14="http://schemas.microsoft.com/office/powerpoint/2010/main" val="2078269970"/>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DEE1B5D3-41FC-4244-BB46-5FB8EFC09C75}" type="slidenum">
              <a:rPr lang="en-US" smtClean="0"/>
              <a:pPr/>
              <a:t>4</a:t>
            </a:fld>
            <a:r>
              <a:rPr lang="en-US" dirty="0"/>
              <a:t> of 14</a:t>
            </a:r>
          </a:p>
        </p:txBody>
      </p:sp>
      <p:sp>
        <p:nvSpPr>
          <p:cNvPr id="2057" name="Rectangle 9"/>
          <p:cNvSpPr>
            <a:spLocks noChangeArrowheads="1"/>
          </p:cNvSpPr>
          <p:nvPr/>
        </p:nvSpPr>
        <p:spPr bwMode="auto">
          <a:xfrm>
            <a:off x="914400" y="501227"/>
            <a:ext cx="8595360" cy="1625600"/>
          </a:xfrm>
          <a:prstGeom prst="rect">
            <a:avLst/>
          </a:prstGeom>
          <a:noFill/>
          <a:ln w="9525">
            <a:noFill/>
            <a:miter lim="800000"/>
            <a:headEnd/>
            <a:tailEnd/>
          </a:ln>
          <a:effectLst/>
        </p:spPr>
        <p:txBody>
          <a:bodyPr lIns="104498" tIns="52249" rIns="104498" bIns="52249" anchor="ctr"/>
          <a:lstStyle/>
          <a:p>
            <a:br>
              <a:rPr lang="en-US" sz="1800" dirty="0">
                <a:effectLst>
                  <a:outerShdw blurRad="38100" dist="38100" dir="2700000" algn="tl">
                    <a:srgbClr val="000000"/>
                  </a:outerShdw>
                </a:effectLst>
              </a:rPr>
            </a:br>
            <a:endParaRPr lang="en-US" dirty="0">
              <a:effectLst>
                <a:outerShdw blurRad="38100" dist="38100" dir="2700000" algn="tl">
                  <a:srgbClr val="000000"/>
                </a:outerShdw>
              </a:effectLst>
            </a:endParaRPr>
          </a:p>
        </p:txBody>
      </p:sp>
      <p:sp>
        <p:nvSpPr>
          <p:cNvPr id="9" name="Rectangle 8"/>
          <p:cNvSpPr/>
          <p:nvPr/>
        </p:nvSpPr>
        <p:spPr>
          <a:xfrm>
            <a:off x="2295015" y="164672"/>
            <a:ext cx="6413678" cy="959598"/>
          </a:xfrm>
          <a:prstGeom prst="rect">
            <a:avLst/>
          </a:prstGeom>
        </p:spPr>
        <p:txBody>
          <a:bodyPr wrap="square" lIns="104498" tIns="52249" rIns="104498" bIns="52249">
            <a:spAutoFit/>
          </a:bodyPr>
          <a:lstStyle/>
          <a:p>
            <a:pPr algn="ctr">
              <a:lnSpc>
                <a:spcPct val="150000"/>
              </a:lnSpc>
              <a:defRPr/>
            </a:pPr>
            <a:r>
              <a:rPr lang="en-US" sz="3700" b="1" dirty="0">
                <a:solidFill>
                  <a:schemeClr val="bg1"/>
                </a:solidFill>
                <a:latin typeface="Times New Roman" pitchFamily="18" charset="0"/>
                <a:ea typeface="Verdana" pitchFamily="34" charset="0"/>
                <a:cs typeface="Times New Roman" pitchFamily="18" charset="0"/>
              </a:rPr>
              <a:t>About the Institute</a:t>
            </a:r>
          </a:p>
        </p:txBody>
      </p:sp>
      <p:pic>
        <p:nvPicPr>
          <p:cNvPr id="12" name="Picture 11">
            <a:extLst>
              <a:ext uri="{FF2B5EF4-FFF2-40B4-BE49-F238E27FC236}">
                <a16:creationId xmlns:a16="http://schemas.microsoft.com/office/drawing/2014/main" id="{1CA3EAA7-EBE4-4ADF-9551-C1B6CF15AB70}"/>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16478" t="82535" r="12817" b="-313"/>
          <a:stretch/>
        </p:blipFill>
        <p:spPr>
          <a:xfrm>
            <a:off x="0" y="0"/>
            <a:ext cx="10972800" cy="1056640"/>
          </a:xfrm>
          <a:prstGeom prst="rect">
            <a:avLst/>
          </a:prstGeom>
        </p:spPr>
      </p:pic>
      <p:sp>
        <p:nvSpPr>
          <p:cNvPr id="14" name="TextBox 13">
            <a:extLst>
              <a:ext uri="{FF2B5EF4-FFF2-40B4-BE49-F238E27FC236}">
                <a16:creationId xmlns:a16="http://schemas.microsoft.com/office/drawing/2014/main" id="{B0000823-3D60-DC45-B1EF-29A32C704670}"/>
              </a:ext>
            </a:extLst>
          </p:cNvPr>
          <p:cNvSpPr txBox="1"/>
          <p:nvPr/>
        </p:nvSpPr>
        <p:spPr>
          <a:xfrm flipH="1">
            <a:off x="2286000" y="243841"/>
            <a:ext cx="6282348" cy="567183"/>
          </a:xfrm>
          <a:prstGeom prst="rect">
            <a:avLst/>
          </a:prstGeom>
          <a:noFill/>
          <a:ln>
            <a:noFill/>
          </a:ln>
        </p:spPr>
        <p:txBody>
          <a:bodyPr wrap="square" lIns="104498" tIns="52249" rIns="104498" bIns="52249" rtlCol="0">
            <a:spAutoFit/>
          </a:bodyPr>
          <a:lstStyle/>
          <a:p>
            <a:pPr algn="ctr"/>
            <a:r>
              <a:rPr lang="en-US" sz="3000" b="1" dirty="0">
                <a:solidFill>
                  <a:schemeClr val="bg1"/>
                </a:solidFill>
                <a:latin typeface="Times New Roman" panose="02020603050405020304" pitchFamily="18" charset="0"/>
                <a:ea typeface="Roboto Medium" panose="02000000000000000000" pitchFamily="2" charset="0"/>
                <a:cs typeface="Times New Roman" panose="02020603050405020304" pitchFamily="18" charset="0"/>
              </a:rPr>
              <a:t>LITERATURE  REVIEW</a:t>
            </a:r>
          </a:p>
        </p:txBody>
      </p:sp>
      <p:pic>
        <p:nvPicPr>
          <p:cNvPr id="11" name="Picture 8" descr="D:\unnamed.jpg"/>
          <p:cNvPicPr>
            <a:picLocks noChangeAspect="1" noChangeArrowheads="1"/>
          </p:cNvPicPr>
          <p:nvPr/>
        </p:nvPicPr>
        <p:blipFill>
          <a:blip r:embed="rId4" cstate="print"/>
          <a:srcRect/>
          <a:stretch>
            <a:fillRect/>
          </a:stretch>
        </p:blipFill>
        <p:spPr bwMode="auto">
          <a:xfrm>
            <a:off x="9966960" y="1"/>
            <a:ext cx="1005840" cy="1005840"/>
          </a:xfrm>
          <a:prstGeom prst="rect">
            <a:avLst/>
          </a:prstGeom>
          <a:noFill/>
        </p:spPr>
      </p:pic>
      <p:sp>
        <p:nvSpPr>
          <p:cNvPr id="18" name="Footer Placeholder 17"/>
          <p:cNvSpPr>
            <a:spLocks noGrp="1"/>
          </p:cNvSpPr>
          <p:nvPr>
            <p:ph type="ftr" sz="quarter" idx="11"/>
          </p:nvPr>
        </p:nvSpPr>
        <p:spPr>
          <a:xfrm>
            <a:off x="152400" y="6781800"/>
            <a:ext cx="3474720" cy="389467"/>
          </a:xfrm>
        </p:spPr>
        <p:txBody>
          <a:bodyPr/>
          <a:lstStyle/>
          <a:p>
            <a:pPr algn="l"/>
            <a:r>
              <a:rPr lang="en-US" dirty="0"/>
              <a:t>Paper Id: 182                                     </a:t>
            </a:r>
          </a:p>
        </p:txBody>
      </p:sp>
      <p:graphicFrame>
        <p:nvGraphicFramePr>
          <p:cNvPr id="4" name="Table 3">
            <a:extLst>
              <a:ext uri="{FF2B5EF4-FFF2-40B4-BE49-F238E27FC236}">
                <a16:creationId xmlns:a16="http://schemas.microsoft.com/office/drawing/2014/main" id="{5A4FEB52-FD46-1A1C-F375-21706110C546}"/>
              </a:ext>
            </a:extLst>
          </p:cNvPr>
          <p:cNvGraphicFramePr>
            <a:graphicFrameLocks noGrp="1"/>
          </p:cNvGraphicFramePr>
          <p:nvPr>
            <p:extLst>
              <p:ext uri="{D42A27DB-BD31-4B8C-83A1-F6EECF244321}">
                <p14:modId xmlns:p14="http://schemas.microsoft.com/office/powerpoint/2010/main" val="3959638858"/>
              </p:ext>
            </p:extLst>
          </p:nvPr>
        </p:nvGraphicFramePr>
        <p:xfrm>
          <a:off x="493986" y="1267920"/>
          <a:ext cx="9640614" cy="5054723"/>
        </p:xfrm>
        <a:graphic>
          <a:graphicData uri="http://schemas.openxmlformats.org/drawingml/2006/table">
            <a:tbl>
              <a:tblPr firstRow="1" bandRow="1">
                <a:tableStyleId>{5C22544A-7EE6-4342-B048-85BDC9FD1C3A}</a:tableStyleId>
              </a:tblPr>
              <a:tblGrid>
                <a:gridCol w="580875">
                  <a:extLst>
                    <a:ext uri="{9D8B030D-6E8A-4147-A177-3AD203B41FA5}">
                      <a16:colId xmlns:a16="http://schemas.microsoft.com/office/drawing/2014/main" val="862403303"/>
                    </a:ext>
                  </a:extLst>
                </a:gridCol>
                <a:gridCol w="2237875">
                  <a:extLst>
                    <a:ext uri="{9D8B030D-6E8A-4147-A177-3AD203B41FA5}">
                      <a16:colId xmlns:a16="http://schemas.microsoft.com/office/drawing/2014/main" val="3064601170"/>
                    </a:ext>
                  </a:extLst>
                </a:gridCol>
                <a:gridCol w="2432142">
                  <a:extLst>
                    <a:ext uri="{9D8B030D-6E8A-4147-A177-3AD203B41FA5}">
                      <a16:colId xmlns:a16="http://schemas.microsoft.com/office/drawing/2014/main" val="2061712656"/>
                    </a:ext>
                  </a:extLst>
                </a:gridCol>
                <a:gridCol w="2194861">
                  <a:extLst>
                    <a:ext uri="{9D8B030D-6E8A-4147-A177-3AD203B41FA5}">
                      <a16:colId xmlns:a16="http://schemas.microsoft.com/office/drawing/2014/main" val="1114848112"/>
                    </a:ext>
                  </a:extLst>
                </a:gridCol>
                <a:gridCol w="2194861">
                  <a:extLst>
                    <a:ext uri="{9D8B030D-6E8A-4147-A177-3AD203B41FA5}">
                      <a16:colId xmlns:a16="http://schemas.microsoft.com/office/drawing/2014/main" val="2513034164"/>
                    </a:ext>
                  </a:extLst>
                </a:gridCol>
              </a:tblGrid>
              <a:tr h="504878">
                <a:tc>
                  <a:txBody>
                    <a:bodyPr/>
                    <a:lstStyle/>
                    <a:p>
                      <a:pPr algn="just"/>
                      <a:r>
                        <a:rPr lang="en-IN" sz="1600" b="0" dirty="0">
                          <a:solidFill>
                            <a:schemeClr val="tx1"/>
                          </a:solidFill>
                          <a:latin typeface="Times New Roman" panose="02020603050405020304" pitchFamily="18" charset="0"/>
                          <a:cs typeface="Times New Roman" panose="02020603050405020304" pitchFamily="18" charset="0"/>
                        </a:rPr>
                        <a:t>Sl.No</a:t>
                      </a:r>
                    </a:p>
                  </a:txBody>
                  <a:tcPr marL="91435" marR="91435" marT="45721" marB="4572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just"/>
                      <a:r>
                        <a:rPr lang="en-IN" sz="1600" b="0" dirty="0">
                          <a:solidFill>
                            <a:schemeClr val="tx1"/>
                          </a:solidFill>
                          <a:latin typeface="Times New Roman" panose="02020603050405020304" pitchFamily="18" charset="0"/>
                          <a:cs typeface="Times New Roman" panose="02020603050405020304" pitchFamily="18" charset="0"/>
                        </a:rPr>
                        <a:t>Author</a:t>
                      </a:r>
                    </a:p>
                  </a:txBody>
                  <a:tcPr marL="91435" marR="91435" marT="45721" marB="4572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just"/>
                      <a:r>
                        <a:rPr lang="en-IN" sz="1600" b="0" dirty="0">
                          <a:solidFill>
                            <a:schemeClr val="tx1"/>
                          </a:solidFill>
                          <a:latin typeface="Times New Roman" panose="02020603050405020304" pitchFamily="18" charset="0"/>
                          <a:cs typeface="Times New Roman" panose="02020603050405020304" pitchFamily="18" charset="0"/>
                        </a:rPr>
                        <a:t>Paper</a:t>
                      </a:r>
                    </a:p>
                  </a:txBody>
                  <a:tcPr marL="91435" marR="91435" marT="45721" marB="4572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just"/>
                      <a:r>
                        <a:rPr lang="en-IN" sz="1600" b="0" dirty="0">
                          <a:solidFill>
                            <a:schemeClr val="tx1"/>
                          </a:solidFill>
                          <a:latin typeface="Times New Roman" panose="02020603050405020304" pitchFamily="18" charset="0"/>
                          <a:cs typeface="Times New Roman" panose="02020603050405020304" pitchFamily="18" charset="0"/>
                        </a:rPr>
                        <a:t>Methodology</a:t>
                      </a:r>
                    </a:p>
                  </a:txBody>
                  <a:tcPr marL="91435" marR="91435" marT="45721" marB="4572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just"/>
                      <a:r>
                        <a:rPr lang="en-US" sz="1600" b="0" dirty="0">
                          <a:solidFill>
                            <a:schemeClr val="tx1"/>
                          </a:solidFill>
                          <a:latin typeface="Times New Roman" panose="02020603050405020304" pitchFamily="18" charset="0"/>
                          <a:cs typeface="Times New Roman" panose="02020603050405020304" pitchFamily="18" charset="0"/>
                        </a:rPr>
                        <a:t>Drawbacks</a:t>
                      </a:r>
                      <a:endParaRPr lang="en-IN" sz="1600" b="0" dirty="0">
                        <a:solidFill>
                          <a:schemeClr val="tx1"/>
                        </a:solidFill>
                        <a:latin typeface="Times New Roman" panose="02020603050405020304" pitchFamily="18" charset="0"/>
                        <a:cs typeface="Times New Roman" panose="02020603050405020304" pitchFamily="18" charset="0"/>
                      </a:endParaRPr>
                    </a:p>
                  </a:txBody>
                  <a:tcPr marL="91435" marR="91435" marT="45721" marB="4572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413692042"/>
                  </a:ext>
                </a:extLst>
              </a:tr>
              <a:tr h="1491867">
                <a:tc>
                  <a:txBody>
                    <a:bodyPr/>
                    <a:lstStyle/>
                    <a:p>
                      <a:pPr algn="just"/>
                      <a:r>
                        <a:rPr lang="en-IN" sz="1600" b="0" dirty="0">
                          <a:solidFill>
                            <a:schemeClr val="tx1"/>
                          </a:solidFill>
                          <a:latin typeface="Times New Roman" panose="02020603050405020304" pitchFamily="18" charset="0"/>
                          <a:cs typeface="Times New Roman" panose="02020603050405020304" pitchFamily="18" charset="0"/>
                        </a:rPr>
                        <a:t>1.</a:t>
                      </a:r>
                    </a:p>
                  </a:txBody>
                  <a:tcPr marL="91435" marR="91435" marT="45721" marB="4572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600" b="0" dirty="0">
                          <a:solidFill>
                            <a:schemeClr val="tx1"/>
                          </a:solidFill>
                          <a:latin typeface="Times New Roman" panose="02020603050405020304" pitchFamily="18" charset="0"/>
                          <a:cs typeface="Times New Roman" panose="02020603050405020304" pitchFamily="18" charset="0"/>
                        </a:rPr>
                        <a:t>Mr. </a:t>
                      </a:r>
                      <a:r>
                        <a:rPr lang="en-US" sz="1600" b="0" dirty="0" err="1">
                          <a:solidFill>
                            <a:schemeClr val="tx1"/>
                          </a:solidFill>
                          <a:latin typeface="Times New Roman" panose="02020603050405020304" pitchFamily="18" charset="0"/>
                          <a:cs typeface="Times New Roman" panose="02020603050405020304" pitchFamily="18" charset="0"/>
                        </a:rPr>
                        <a:t>Pramukh</a:t>
                      </a:r>
                      <a:r>
                        <a:rPr lang="en-US" sz="1600" b="0" dirty="0">
                          <a:solidFill>
                            <a:schemeClr val="tx1"/>
                          </a:solidFill>
                          <a:latin typeface="Times New Roman" panose="02020603050405020304" pitchFamily="18" charset="0"/>
                          <a:cs typeface="Times New Roman" panose="02020603050405020304" pitchFamily="18" charset="0"/>
                        </a:rPr>
                        <a:t> J S, Mr. Prajwal H B, Mr. Prajwal S B, Mr. Sagar K M.</a:t>
                      </a:r>
                      <a:endParaRPr kumimoji="0" lang="en-IN" sz="1600" b="0" i="0" u="none" kern="1200" dirty="0">
                        <a:solidFill>
                          <a:schemeClr val="tx1"/>
                        </a:solidFill>
                        <a:effectLst/>
                        <a:latin typeface="Times New Roman" panose="02020603050405020304" pitchFamily="18" charset="0"/>
                        <a:ea typeface="+mn-ea"/>
                        <a:cs typeface="Times New Roman" panose="02020603050405020304" pitchFamily="18" charset="0"/>
                      </a:endParaRPr>
                    </a:p>
                  </a:txBody>
                  <a:tcPr marL="91435" marR="91435" marT="45721" marB="4572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600" b="0" dirty="0">
                          <a:solidFill>
                            <a:schemeClr val="tx1"/>
                          </a:solidFill>
                          <a:latin typeface="Times New Roman" panose="02020603050405020304" pitchFamily="18" charset="0"/>
                          <a:cs typeface="Times New Roman" panose="02020603050405020304" pitchFamily="18" charset="0"/>
                        </a:rPr>
                        <a:t>Review on Different Methods for Smart Dam Operation and Water Monitoring</a:t>
                      </a:r>
                      <a:r>
                        <a:rPr lang="en-IN" sz="1600" b="0" dirty="0">
                          <a:solidFill>
                            <a:schemeClr val="tx1"/>
                          </a:solidFill>
                          <a:latin typeface="Times New Roman" panose="02020603050405020304" pitchFamily="18" charset="0"/>
                          <a:cs typeface="Times New Roman" panose="02020603050405020304" pitchFamily="18" charset="0"/>
                        </a:rPr>
                        <a:t>[IJRASET] </a:t>
                      </a:r>
                      <a:r>
                        <a:rPr kumimoji="0" lang="en-US" sz="1600" b="0" i="0" kern="1200" dirty="0">
                          <a:solidFill>
                            <a:schemeClr val="tx1"/>
                          </a:solidFill>
                          <a:effectLst/>
                          <a:latin typeface="Times New Roman" panose="02020603050405020304" pitchFamily="18" charset="0"/>
                          <a:ea typeface="+mn-ea"/>
                          <a:cs typeface="Times New Roman" panose="02020603050405020304" pitchFamily="18" charset="0"/>
                        </a:rPr>
                        <a:t>2024</a:t>
                      </a:r>
                    </a:p>
                  </a:txBody>
                  <a:tcPr marL="91435" marR="91435" marT="45721" marB="4572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lang="en-US" sz="1600" b="0" dirty="0">
                          <a:solidFill>
                            <a:schemeClr val="tx1"/>
                          </a:solidFill>
                          <a:latin typeface="Times New Roman" panose="02020603050405020304" pitchFamily="18" charset="0"/>
                          <a:cs typeface="Times New Roman" panose="02020603050405020304" pitchFamily="18" charset="0"/>
                        </a:rPr>
                        <a:t>IoT sensors, Microcontrollers, Actuators</a:t>
                      </a:r>
                    </a:p>
                  </a:txBody>
                  <a:tcPr marL="91435" marR="91435" marT="45721" marB="4572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just"/>
                      <a:r>
                        <a:rPr lang="en-US" sz="1600" b="0" dirty="0">
                          <a:solidFill>
                            <a:schemeClr val="tx1"/>
                          </a:solidFill>
                          <a:latin typeface="Times New Roman" panose="02020603050405020304" pitchFamily="18" charset="0"/>
                          <a:cs typeface="Times New Roman" panose="02020603050405020304" pitchFamily="18" charset="0"/>
                        </a:rPr>
                        <a:t>No Crack detection.</a:t>
                      </a:r>
                    </a:p>
                    <a:p>
                      <a:pPr algn="just"/>
                      <a:r>
                        <a:rPr lang="en-US" sz="1600" b="0" dirty="0">
                          <a:solidFill>
                            <a:schemeClr val="tx1"/>
                          </a:solidFill>
                          <a:latin typeface="Times New Roman" panose="02020603050405020304" pitchFamily="18" charset="0"/>
                          <a:cs typeface="Times New Roman" panose="02020603050405020304" pitchFamily="18" charset="0"/>
                        </a:rPr>
                        <a:t>No alarm.</a:t>
                      </a:r>
                    </a:p>
                  </a:txBody>
                  <a:tcPr marL="91435" marR="91435" marT="45721" marB="4572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75036058"/>
                  </a:ext>
                </a:extLst>
              </a:tr>
              <a:tr h="1491867">
                <a:tc>
                  <a:txBody>
                    <a:bodyPr/>
                    <a:lstStyle/>
                    <a:p>
                      <a:pPr algn="just"/>
                      <a:r>
                        <a:rPr lang="en-IN" sz="1600" b="0" dirty="0">
                          <a:solidFill>
                            <a:schemeClr val="tx1"/>
                          </a:solidFill>
                          <a:latin typeface="Times New Roman" panose="02020603050405020304" pitchFamily="18" charset="0"/>
                          <a:cs typeface="Times New Roman" panose="02020603050405020304" pitchFamily="18" charset="0"/>
                        </a:rPr>
                        <a:t>2.</a:t>
                      </a:r>
                    </a:p>
                  </a:txBody>
                  <a:tcPr marL="91435" marR="91435" marT="45721" marB="4572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sv-SE" sz="1600" dirty="0">
                          <a:solidFill>
                            <a:schemeClr val="tx1"/>
                          </a:solidFill>
                          <a:latin typeface="Times New Roman" panose="02020603050405020304" pitchFamily="18" charset="0"/>
                          <a:cs typeface="Times New Roman" panose="02020603050405020304" pitchFamily="18" charset="0"/>
                        </a:rPr>
                        <a:t>Dhananjali Singh, Ansh Jadaun, Ashish Sharma, Mohit Pratap Singh</a:t>
                      </a:r>
                      <a:endParaRPr kumimoji="0" lang="en-US" sz="1600" b="0" i="0" u="none" kern="1200" dirty="0">
                        <a:solidFill>
                          <a:schemeClr val="tx1"/>
                        </a:solidFill>
                        <a:effectLst/>
                        <a:latin typeface="Times New Roman" panose="02020603050405020304" pitchFamily="18" charset="0"/>
                        <a:ea typeface="+mn-ea"/>
                        <a:cs typeface="Times New Roman" panose="02020603050405020304" pitchFamily="18" charset="0"/>
                      </a:endParaRPr>
                    </a:p>
                  </a:txBody>
                  <a:tcPr marL="91435" marR="91435" marT="45721" marB="4572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600" dirty="0">
                          <a:solidFill>
                            <a:schemeClr val="tx1"/>
                          </a:solidFill>
                          <a:latin typeface="Times New Roman" panose="02020603050405020304" pitchFamily="18" charset="0"/>
                          <a:cs typeface="Times New Roman" panose="02020603050405020304" pitchFamily="18" charset="0"/>
                        </a:rPr>
                        <a:t>Arduino Based Dam Automation</a:t>
                      </a:r>
                      <a:r>
                        <a:rPr lang="en-US" sz="1600" b="0" dirty="0">
                          <a:solidFill>
                            <a:schemeClr val="tx1"/>
                          </a:solidFill>
                          <a:latin typeface="Times New Roman" panose="02020603050405020304" pitchFamily="18" charset="0"/>
                          <a:cs typeface="Times New Roman" panose="02020603050405020304" pitchFamily="18" charset="0"/>
                        </a:rPr>
                        <a:t>[</a:t>
                      </a:r>
                      <a:r>
                        <a:rPr lang="en-IN" sz="1600" dirty="0">
                          <a:solidFill>
                            <a:schemeClr val="tx1"/>
                          </a:solidFill>
                          <a:latin typeface="Times New Roman" panose="02020603050405020304" pitchFamily="18" charset="0"/>
                          <a:cs typeface="Times New Roman" panose="02020603050405020304" pitchFamily="18" charset="0"/>
                        </a:rPr>
                        <a:t>IJARCCE</a:t>
                      </a:r>
                      <a:r>
                        <a:rPr lang="en-US" sz="1600" b="0" dirty="0">
                          <a:solidFill>
                            <a:schemeClr val="tx1"/>
                          </a:solidFill>
                          <a:latin typeface="Times New Roman" panose="02020603050405020304" pitchFamily="18" charset="0"/>
                          <a:cs typeface="Times New Roman" panose="02020603050405020304" pitchFamily="18" charset="0"/>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kern="1200" dirty="0">
                          <a:solidFill>
                            <a:schemeClr val="tx1"/>
                          </a:solidFill>
                          <a:effectLst/>
                          <a:latin typeface="Times New Roman" panose="02020603050405020304" pitchFamily="18" charset="0"/>
                          <a:ea typeface="+mn-ea"/>
                          <a:cs typeface="Times New Roman" panose="02020603050405020304" pitchFamily="18" charset="0"/>
                        </a:rPr>
                        <a:t>2024</a:t>
                      </a:r>
                    </a:p>
                  </a:txBody>
                  <a:tcPr marL="91435" marR="91435" marT="45721" marB="4572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just"/>
                      <a:r>
                        <a:rPr lang="it-IT" sz="1600" b="0" dirty="0">
                          <a:solidFill>
                            <a:schemeClr val="tx1"/>
                          </a:solidFill>
                          <a:latin typeface="Times New Roman" panose="02020603050405020304" pitchFamily="18" charset="0"/>
                          <a:cs typeface="Times New Roman" panose="02020603050405020304" pitchFamily="18" charset="0"/>
                        </a:rPr>
                        <a:t>Arduino microcontroller, Level sensor, Blynk app</a:t>
                      </a:r>
                      <a:endParaRPr lang="en-IN" sz="1600" b="0" dirty="0">
                        <a:solidFill>
                          <a:schemeClr val="tx1"/>
                        </a:solidFill>
                        <a:latin typeface="Times New Roman" panose="02020603050405020304" pitchFamily="18" charset="0"/>
                        <a:cs typeface="Times New Roman" panose="02020603050405020304" pitchFamily="18" charset="0"/>
                      </a:endParaRPr>
                    </a:p>
                  </a:txBody>
                  <a:tcPr marL="91435" marR="91435" marT="45721" marB="4572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just"/>
                      <a:r>
                        <a:rPr lang="en-US" sz="1600" b="0" dirty="0">
                          <a:solidFill>
                            <a:schemeClr val="tx1"/>
                          </a:solidFill>
                          <a:latin typeface="Times New Roman" panose="02020603050405020304" pitchFamily="18" charset="0"/>
                          <a:cs typeface="Times New Roman" panose="02020603050405020304" pitchFamily="18" charset="0"/>
                        </a:rPr>
                        <a:t>No Crack detection.</a:t>
                      </a:r>
                    </a:p>
                    <a:p>
                      <a:pPr algn="just"/>
                      <a:r>
                        <a:rPr lang="en-US" sz="1600" b="0" dirty="0">
                          <a:solidFill>
                            <a:schemeClr val="tx1"/>
                          </a:solidFill>
                          <a:latin typeface="Times New Roman" panose="02020603050405020304" pitchFamily="18" charset="0"/>
                          <a:cs typeface="Times New Roman" panose="02020603050405020304" pitchFamily="18" charset="0"/>
                        </a:rPr>
                        <a:t>No alarm. </a:t>
                      </a:r>
                    </a:p>
                    <a:p>
                      <a:pPr algn="just"/>
                      <a:r>
                        <a:rPr lang="en-US" sz="1600" b="0" dirty="0">
                          <a:solidFill>
                            <a:schemeClr val="tx1"/>
                          </a:solidFill>
                          <a:latin typeface="Times New Roman" panose="02020603050405020304" pitchFamily="18" charset="0"/>
                          <a:cs typeface="Times New Roman" panose="02020603050405020304" pitchFamily="18" charset="0"/>
                        </a:rPr>
                        <a:t>No pH level monitoring.</a:t>
                      </a:r>
                    </a:p>
                  </a:txBody>
                  <a:tcPr marL="91435" marR="91435" marT="45721" marB="4572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048082689"/>
                  </a:ext>
                </a:extLst>
              </a:tr>
              <a:tr h="1491867">
                <a:tc>
                  <a:txBody>
                    <a:bodyPr/>
                    <a:lstStyle/>
                    <a:p>
                      <a:pPr algn="just"/>
                      <a:r>
                        <a:rPr lang="en-IN" sz="1600" b="0" dirty="0">
                          <a:solidFill>
                            <a:schemeClr val="tx1"/>
                          </a:solidFill>
                          <a:latin typeface="Times New Roman" panose="02020603050405020304" pitchFamily="18" charset="0"/>
                          <a:cs typeface="Times New Roman" panose="02020603050405020304" pitchFamily="18" charset="0"/>
                        </a:rPr>
                        <a:t>3.</a:t>
                      </a:r>
                    </a:p>
                  </a:txBody>
                  <a:tcPr marL="91435" marR="91435" marT="45721" marB="4572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600" dirty="0">
                          <a:solidFill>
                            <a:schemeClr val="tx1"/>
                          </a:solidFill>
                          <a:latin typeface="Times New Roman" panose="02020603050405020304" pitchFamily="18" charset="0"/>
                          <a:cs typeface="Times New Roman" panose="02020603050405020304" pitchFamily="18" charset="0"/>
                        </a:rPr>
                        <a:t>Prof. Atul </a:t>
                      </a:r>
                      <a:r>
                        <a:rPr lang="en-IN" sz="1600" dirty="0" err="1">
                          <a:solidFill>
                            <a:schemeClr val="tx1"/>
                          </a:solidFill>
                          <a:latin typeface="Times New Roman" panose="02020603050405020304" pitchFamily="18" charset="0"/>
                          <a:cs typeface="Times New Roman" panose="02020603050405020304" pitchFamily="18" charset="0"/>
                        </a:rPr>
                        <a:t>Atalkar</a:t>
                      </a:r>
                      <a:r>
                        <a:rPr lang="en-IN" sz="1600" dirty="0">
                          <a:solidFill>
                            <a:schemeClr val="tx1"/>
                          </a:solidFill>
                          <a:latin typeface="Times New Roman" panose="02020603050405020304" pitchFamily="18" charset="0"/>
                          <a:cs typeface="Times New Roman" panose="02020603050405020304" pitchFamily="18" charset="0"/>
                        </a:rPr>
                        <a:t>, </a:t>
                      </a:r>
                      <a:r>
                        <a:rPr lang="en-IN" sz="1600" dirty="0" err="1">
                          <a:solidFill>
                            <a:schemeClr val="tx1"/>
                          </a:solidFill>
                          <a:latin typeface="Times New Roman" panose="02020603050405020304" pitchFamily="18" charset="0"/>
                          <a:cs typeface="Times New Roman" panose="02020603050405020304" pitchFamily="18" charset="0"/>
                        </a:rPr>
                        <a:t>Shivajiroa</a:t>
                      </a:r>
                      <a:r>
                        <a:rPr lang="en-IN" sz="1600" dirty="0">
                          <a:solidFill>
                            <a:schemeClr val="tx1"/>
                          </a:solidFill>
                          <a:latin typeface="Times New Roman" panose="02020603050405020304" pitchFamily="18" charset="0"/>
                          <a:cs typeface="Times New Roman" panose="02020603050405020304" pitchFamily="18" charset="0"/>
                        </a:rPr>
                        <a:t> S, Harshvardhan </a:t>
                      </a:r>
                      <a:r>
                        <a:rPr lang="en-IN" sz="1600" dirty="0" err="1">
                          <a:solidFill>
                            <a:schemeClr val="tx1"/>
                          </a:solidFill>
                          <a:latin typeface="Times New Roman" panose="02020603050405020304" pitchFamily="18" charset="0"/>
                          <a:cs typeface="Times New Roman" panose="02020603050405020304" pitchFamily="18" charset="0"/>
                        </a:rPr>
                        <a:t>Rethrekar</a:t>
                      </a:r>
                      <a:r>
                        <a:rPr lang="en-IN" sz="1600" dirty="0">
                          <a:solidFill>
                            <a:schemeClr val="tx1"/>
                          </a:solidFill>
                          <a:latin typeface="Times New Roman" panose="02020603050405020304" pitchFamily="18" charset="0"/>
                          <a:cs typeface="Times New Roman" panose="02020603050405020304" pitchFamily="18" charset="0"/>
                        </a:rPr>
                        <a:t>, Kunal </a:t>
                      </a:r>
                      <a:r>
                        <a:rPr lang="en-IN" sz="1600" dirty="0" err="1">
                          <a:solidFill>
                            <a:schemeClr val="tx1"/>
                          </a:solidFill>
                          <a:latin typeface="Times New Roman" panose="02020603050405020304" pitchFamily="18" charset="0"/>
                          <a:cs typeface="Times New Roman" panose="02020603050405020304" pitchFamily="18" charset="0"/>
                        </a:rPr>
                        <a:t>Bauskar</a:t>
                      </a:r>
                      <a:r>
                        <a:rPr lang="en-IN" sz="1600" dirty="0">
                          <a:solidFill>
                            <a:schemeClr val="tx1"/>
                          </a:solidFill>
                          <a:latin typeface="Times New Roman" panose="02020603050405020304" pitchFamily="18" charset="0"/>
                          <a:cs typeface="Times New Roman" panose="02020603050405020304" pitchFamily="18" charset="0"/>
                        </a:rPr>
                        <a:t>, </a:t>
                      </a:r>
                      <a:endParaRPr lang="en-IN" sz="1600" b="0" u="none" dirty="0">
                        <a:solidFill>
                          <a:schemeClr val="tx1"/>
                        </a:solidFill>
                        <a:latin typeface="Times New Roman" panose="02020603050405020304" pitchFamily="18" charset="0"/>
                        <a:cs typeface="Times New Roman" panose="02020603050405020304" pitchFamily="18" charset="0"/>
                      </a:endParaRPr>
                    </a:p>
                  </a:txBody>
                  <a:tcPr marL="91435" marR="91435" marT="45721" marB="4572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0" dirty="0">
                          <a:solidFill>
                            <a:schemeClr val="tx1"/>
                          </a:solidFill>
                          <a:latin typeface="Times New Roman" panose="02020603050405020304" pitchFamily="18" charset="0"/>
                          <a:cs typeface="Times New Roman" panose="02020603050405020304" pitchFamily="18" charset="0"/>
                        </a:rPr>
                        <a:t>Dam Automation using IoT [</a:t>
                      </a:r>
                      <a:r>
                        <a:rPr lang="en-IN" sz="1600" dirty="0">
                          <a:solidFill>
                            <a:schemeClr val="tx1"/>
                          </a:solidFill>
                          <a:latin typeface="Times New Roman" panose="02020603050405020304" pitchFamily="18" charset="0"/>
                          <a:cs typeface="Times New Roman" panose="02020603050405020304" pitchFamily="18" charset="0"/>
                        </a:rPr>
                        <a:t>JETIR</a:t>
                      </a:r>
                      <a:r>
                        <a:rPr lang="en-US" sz="1600" b="0" dirty="0">
                          <a:solidFill>
                            <a:schemeClr val="tx1"/>
                          </a:solidFill>
                          <a:latin typeface="Times New Roman" panose="02020603050405020304" pitchFamily="18" charset="0"/>
                          <a:cs typeface="Times New Roman" panose="02020603050405020304" pitchFamily="18" charset="0"/>
                        </a:rPr>
                        <a:t>]</a:t>
                      </a:r>
                    </a:p>
                    <a:p>
                      <a:pPr marL="0" marR="0" lvl="0" indent="0" algn="just" defTabSz="914400" rtl="0" eaLnBrk="1" fontAlgn="auto" latinLnBrk="0" hangingPunct="1">
                        <a:lnSpc>
                          <a:spcPct val="100000"/>
                        </a:lnSpc>
                        <a:spcBef>
                          <a:spcPts val="0"/>
                        </a:spcBef>
                        <a:spcAft>
                          <a:spcPts val="0"/>
                        </a:spcAft>
                        <a:buClrTx/>
                        <a:buSzTx/>
                        <a:buFontTx/>
                        <a:buNone/>
                        <a:tabLst/>
                        <a:defRPr/>
                      </a:pPr>
                      <a:r>
                        <a:rPr lang="en-IN" sz="1600" b="0" dirty="0">
                          <a:solidFill>
                            <a:schemeClr val="tx1"/>
                          </a:solidFill>
                          <a:latin typeface="Times New Roman" panose="02020603050405020304" pitchFamily="18" charset="0"/>
                          <a:cs typeface="Times New Roman" panose="02020603050405020304" pitchFamily="18" charset="0"/>
                        </a:rPr>
                        <a:t>2024</a:t>
                      </a:r>
                    </a:p>
                  </a:txBody>
                  <a:tcPr marL="91435" marR="91435" marT="45721" marB="4572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lang="en-US" sz="1600" b="0" dirty="0">
                          <a:solidFill>
                            <a:schemeClr val="tx1"/>
                          </a:solidFill>
                          <a:latin typeface="Times New Roman" panose="02020603050405020304" pitchFamily="18" charset="0"/>
                          <a:cs typeface="Times New Roman" panose="02020603050405020304" pitchFamily="18" charset="0"/>
                        </a:rPr>
                        <a:t>ESP32 microcontroller, Level sensors, Turbidity sensors, Cloud integration (Thing Speak), Android App</a:t>
                      </a:r>
                      <a:endParaRPr lang="en-IN" sz="1600" b="0" dirty="0">
                        <a:solidFill>
                          <a:schemeClr val="tx1"/>
                        </a:solidFill>
                        <a:latin typeface="Times New Roman" panose="02020603050405020304" pitchFamily="18" charset="0"/>
                        <a:cs typeface="Times New Roman" panose="02020603050405020304" pitchFamily="18" charset="0"/>
                      </a:endParaRPr>
                    </a:p>
                  </a:txBody>
                  <a:tcPr marL="91435" marR="91435" marT="45721" marB="4572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just"/>
                      <a:r>
                        <a:rPr lang="en-US" sz="1600" b="0" dirty="0">
                          <a:solidFill>
                            <a:schemeClr val="tx1"/>
                          </a:solidFill>
                          <a:latin typeface="Times New Roman" panose="02020603050405020304" pitchFamily="18" charset="0"/>
                          <a:cs typeface="Times New Roman" panose="02020603050405020304" pitchFamily="18" charset="0"/>
                        </a:rPr>
                        <a:t>No pH Level monitoring. </a:t>
                      </a:r>
                    </a:p>
                    <a:p>
                      <a:pPr algn="just"/>
                      <a:r>
                        <a:rPr lang="en-US" sz="1600" b="0" dirty="0">
                          <a:solidFill>
                            <a:schemeClr val="tx1"/>
                          </a:solidFill>
                          <a:latin typeface="Times New Roman" panose="02020603050405020304" pitchFamily="18" charset="0"/>
                          <a:cs typeface="Times New Roman" panose="02020603050405020304" pitchFamily="18" charset="0"/>
                        </a:rPr>
                        <a:t>No GSM Module used.</a:t>
                      </a:r>
                    </a:p>
                  </a:txBody>
                  <a:tcPr marL="91435" marR="91435" marT="45721" marB="4572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184089117"/>
                  </a:ext>
                </a:extLst>
              </a:tr>
            </a:tbl>
          </a:graphicData>
        </a:graphic>
      </p:graphicFrame>
    </p:spTree>
    <p:extLst>
      <p:ext uri="{BB962C8B-B14F-4D97-AF65-F5344CB8AC3E}">
        <p14:creationId xmlns:p14="http://schemas.microsoft.com/office/powerpoint/2010/main" val="2078269970"/>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79BB0D3F-40DA-9B07-7775-E4B7A98B6EF4}"/>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6DCBB205-FCF4-F3EC-DE0E-02505DCEAE86}"/>
              </a:ext>
            </a:extLst>
          </p:cNvPr>
          <p:cNvSpPr>
            <a:spLocks noGrp="1"/>
          </p:cNvSpPr>
          <p:nvPr>
            <p:ph type="sldNum" sz="quarter" idx="12"/>
          </p:nvPr>
        </p:nvSpPr>
        <p:spPr/>
        <p:txBody>
          <a:bodyPr/>
          <a:lstStyle/>
          <a:p>
            <a:fld id="{DEE1B5D3-41FC-4244-BB46-5FB8EFC09C75}" type="slidenum">
              <a:rPr lang="en-US" smtClean="0"/>
              <a:pPr/>
              <a:t>5</a:t>
            </a:fld>
            <a:r>
              <a:rPr lang="en-US" dirty="0"/>
              <a:t> of 14</a:t>
            </a:r>
          </a:p>
        </p:txBody>
      </p:sp>
      <p:sp>
        <p:nvSpPr>
          <p:cNvPr id="2057" name="Rectangle 9">
            <a:extLst>
              <a:ext uri="{FF2B5EF4-FFF2-40B4-BE49-F238E27FC236}">
                <a16:creationId xmlns:a16="http://schemas.microsoft.com/office/drawing/2014/main" id="{1A45D918-6832-48A5-C5BA-5449FBD3CBD0}"/>
              </a:ext>
            </a:extLst>
          </p:cNvPr>
          <p:cNvSpPr>
            <a:spLocks noChangeArrowheads="1"/>
          </p:cNvSpPr>
          <p:nvPr/>
        </p:nvSpPr>
        <p:spPr bwMode="auto">
          <a:xfrm>
            <a:off x="914400" y="501227"/>
            <a:ext cx="8595360" cy="1625600"/>
          </a:xfrm>
          <a:prstGeom prst="rect">
            <a:avLst/>
          </a:prstGeom>
          <a:noFill/>
          <a:ln w="9525">
            <a:noFill/>
            <a:miter lim="800000"/>
            <a:headEnd/>
            <a:tailEnd/>
          </a:ln>
          <a:effectLst/>
        </p:spPr>
        <p:txBody>
          <a:bodyPr lIns="104498" tIns="52249" rIns="104498" bIns="52249" anchor="ctr"/>
          <a:lstStyle/>
          <a:p>
            <a:br>
              <a:rPr lang="en-US" sz="1800" dirty="0">
                <a:effectLst>
                  <a:outerShdw blurRad="38100" dist="38100" dir="2700000" algn="tl">
                    <a:srgbClr val="000000"/>
                  </a:outerShdw>
                </a:effectLst>
              </a:rPr>
            </a:br>
            <a:endParaRPr lang="en-US" dirty="0">
              <a:effectLst>
                <a:outerShdw blurRad="38100" dist="38100" dir="2700000" algn="tl">
                  <a:srgbClr val="000000"/>
                </a:outerShdw>
              </a:effectLst>
            </a:endParaRPr>
          </a:p>
        </p:txBody>
      </p:sp>
      <p:sp>
        <p:nvSpPr>
          <p:cNvPr id="9" name="Rectangle 8">
            <a:extLst>
              <a:ext uri="{FF2B5EF4-FFF2-40B4-BE49-F238E27FC236}">
                <a16:creationId xmlns:a16="http://schemas.microsoft.com/office/drawing/2014/main" id="{9C8EE4C7-87BA-C0A7-DF9D-E2482E759EC7}"/>
              </a:ext>
            </a:extLst>
          </p:cNvPr>
          <p:cNvSpPr/>
          <p:nvPr/>
        </p:nvSpPr>
        <p:spPr>
          <a:xfrm>
            <a:off x="2295015" y="164672"/>
            <a:ext cx="6413678" cy="959598"/>
          </a:xfrm>
          <a:prstGeom prst="rect">
            <a:avLst/>
          </a:prstGeom>
        </p:spPr>
        <p:txBody>
          <a:bodyPr wrap="square" lIns="104498" tIns="52249" rIns="104498" bIns="52249">
            <a:spAutoFit/>
          </a:bodyPr>
          <a:lstStyle/>
          <a:p>
            <a:pPr algn="ctr">
              <a:lnSpc>
                <a:spcPct val="150000"/>
              </a:lnSpc>
              <a:defRPr/>
            </a:pPr>
            <a:r>
              <a:rPr lang="en-US" sz="3700" b="1" dirty="0">
                <a:solidFill>
                  <a:schemeClr val="bg1"/>
                </a:solidFill>
                <a:latin typeface="Times New Roman" pitchFamily="18" charset="0"/>
                <a:ea typeface="Verdana" pitchFamily="34" charset="0"/>
                <a:cs typeface="Times New Roman" pitchFamily="18" charset="0"/>
              </a:rPr>
              <a:t>About the Institute</a:t>
            </a:r>
          </a:p>
        </p:txBody>
      </p:sp>
      <p:pic>
        <p:nvPicPr>
          <p:cNvPr id="12" name="Picture 11">
            <a:extLst>
              <a:ext uri="{FF2B5EF4-FFF2-40B4-BE49-F238E27FC236}">
                <a16:creationId xmlns:a16="http://schemas.microsoft.com/office/drawing/2014/main" id="{7232A523-1364-A374-49AE-0264836AE65E}"/>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16478" t="82535" r="12817" b="-313"/>
          <a:stretch/>
        </p:blipFill>
        <p:spPr>
          <a:xfrm>
            <a:off x="0" y="0"/>
            <a:ext cx="10972800" cy="1056640"/>
          </a:xfrm>
          <a:prstGeom prst="rect">
            <a:avLst/>
          </a:prstGeom>
        </p:spPr>
      </p:pic>
      <p:sp>
        <p:nvSpPr>
          <p:cNvPr id="14" name="TextBox 13">
            <a:extLst>
              <a:ext uri="{FF2B5EF4-FFF2-40B4-BE49-F238E27FC236}">
                <a16:creationId xmlns:a16="http://schemas.microsoft.com/office/drawing/2014/main" id="{09611B08-C573-B964-9427-2461181E1919}"/>
              </a:ext>
            </a:extLst>
          </p:cNvPr>
          <p:cNvSpPr txBox="1"/>
          <p:nvPr/>
        </p:nvSpPr>
        <p:spPr>
          <a:xfrm flipH="1">
            <a:off x="2286000" y="243841"/>
            <a:ext cx="6282348" cy="567183"/>
          </a:xfrm>
          <a:prstGeom prst="rect">
            <a:avLst/>
          </a:prstGeom>
          <a:noFill/>
          <a:ln>
            <a:noFill/>
          </a:ln>
        </p:spPr>
        <p:txBody>
          <a:bodyPr wrap="square" lIns="104498" tIns="52249" rIns="104498" bIns="52249" rtlCol="0">
            <a:spAutoFit/>
          </a:bodyPr>
          <a:lstStyle/>
          <a:p>
            <a:pPr algn="ctr"/>
            <a:r>
              <a:rPr lang="en-US" sz="3000" b="1" dirty="0">
                <a:solidFill>
                  <a:schemeClr val="bg1"/>
                </a:solidFill>
                <a:latin typeface="Times New Roman" panose="02020603050405020304" pitchFamily="18" charset="0"/>
                <a:ea typeface="Roboto Medium" panose="02000000000000000000" pitchFamily="2" charset="0"/>
                <a:cs typeface="Times New Roman" panose="02020603050405020304" pitchFamily="18" charset="0"/>
              </a:rPr>
              <a:t>LITERATURE  REVIEW</a:t>
            </a:r>
          </a:p>
        </p:txBody>
      </p:sp>
      <p:pic>
        <p:nvPicPr>
          <p:cNvPr id="11" name="Picture 8" descr="D:\unnamed.jpg">
            <a:extLst>
              <a:ext uri="{FF2B5EF4-FFF2-40B4-BE49-F238E27FC236}">
                <a16:creationId xmlns:a16="http://schemas.microsoft.com/office/drawing/2014/main" id="{8C5CE647-8A73-9C04-0000-C1E618A18D85}"/>
              </a:ext>
            </a:extLst>
          </p:cNvPr>
          <p:cNvPicPr>
            <a:picLocks noChangeAspect="1" noChangeArrowheads="1"/>
          </p:cNvPicPr>
          <p:nvPr/>
        </p:nvPicPr>
        <p:blipFill>
          <a:blip r:embed="rId4" cstate="print"/>
          <a:srcRect/>
          <a:stretch>
            <a:fillRect/>
          </a:stretch>
        </p:blipFill>
        <p:spPr bwMode="auto">
          <a:xfrm>
            <a:off x="9966960" y="1"/>
            <a:ext cx="1005840" cy="1005840"/>
          </a:xfrm>
          <a:prstGeom prst="rect">
            <a:avLst/>
          </a:prstGeom>
          <a:noFill/>
        </p:spPr>
      </p:pic>
      <p:sp>
        <p:nvSpPr>
          <p:cNvPr id="18" name="Footer Placeholder 17">
            <a:extLst>
              <a:ext uri="{FF2B5EF4-FFF2-40B4-BE49-F238E27FC236}">
                <a16:creationId xmlns:a16="http://schemas.microsoft.com/office/drawing/2014/main" id="{1B1346F2-7F95-9996-DC85-6EC61361A38C}"/>
              </a:ext>
            </a:extLst>
          </p:cNvPr>
          <p:cNvSpPr>
            <a:spLocks noGrp="1"/>
          </p:cNvSpPr>
          <p:nvPr>
            <p:ph type="ftr" sz="quarter" idx="11"/>
          </p:nvPr>
        </p:nvSpPr>
        <p:spPr>
          <a:xfrm>
            <a:off x="152400" y="6781800"/>
            <a:ext cx="3474720" cy="389467"/>
          </a:xfrm>
        </p:spPr>
        <p:txBody>
          <a:bodyPr/>
          <a:lstStyle/>
          <a:p>
            <a:pPr algn="l"/>
            <a:r>
              <a:rPr lang="en-US" dirty="0"/>
              <a:t>Paper Id: 182                                     </a:t>
            </a:r>
          </a:p>
        </p:txBody>
      </p:sp>
      <p:graphicFrame>
        <p:nvGraphicFramePr>
          <p:cNvPr id="4" name="Table 3">
            <a:extLst>
              <a:ext uri="{FF2B5EF4-FFF2-40B4-BE49-F238E27FC236}">
                <a16:creationId xmlns:a16="http://schemas.microsoft.com/office/drawing/2014/main" id="{277AA492-4F14-B16A-06F0-53AF99CEAA83}"/>
              </a:ext>
            </a:extLst>
          </p:cNvPr>
          <p:cNvGraphicFramePr>
            <a:graphicFrameLocks noGrp="1"/>
          </p:cNvGraphicFramePr>
          <p:nvPr>
            <p:extLst>
              <p:ext uri="{D42A27DB-BD31-4B8C-83A1-F6EECF244321}">
                <p14:modId xmlns:p14="http://schemas.microsoft.com/office/powerpoint/2010/main" val="572159300"/>
              </p:ext>
            </p:extLst>
          </p:nvPr>
        </p:nvGraphicFramePr>
        <p:xfrm>
          <a:off x="493986" y="1267920"/>
          <a:ext cx="9640614" cy="3625453"/>
        </p:xfrm>
        <a:graphic>
          <a:graphicData uri="http://schemas.openxmlformats.org/drawingml/2006/table">
            <a:tbl>
              <a:tblPr firstRow="1" bandRow="1">
                <a:tableStyleId>{5C22544A-7EE6-4342-B048-85BDC9FD1C3A}</a:tableStyleId>
              </a:tblPr>
              <a:tblGrid>
                <a:gridCol w="580875">
                  <a:extLst>
                    <a:ext uri="{9D8B030D-6E8A-4147-A177-3AD203B41FA5}">
                      <a16:colId xmlns:a16="http://schemas.microsoft.com/office/drawing/2014/main" val="862403303"/>
                    </a:ext>
                  </a:extLst>
                </a:gridCol>
                <a:gridCol w="2237875">
                  <a:extLst>
                    <a:ext uri="{9D8B030D-6E8A-4147-A177-3AD203B41FA5}">
                      <a16:colId xmlns:a16="http://schemas.microsoft.com/office/drawing/2014/main" val="3064601170"/>
                    </a:ext>
                  </a:extLst>
                </a:gridCol>
                <a:gridCol w="2432142">
                  <a:extLst>
                    <a:ext uri="{9D8B030D-6E8A-4147-A177-3AD203B41FA5}">
                      <a16:colId xmlns:a16="http://schemas.microsoft.com/office/drawing/2014/main" val="2061712656"/>
                    </a:ext>
                  </a:extLst>
                </a:gridCol>
                <a:gridCol w="2194861">
                  <a:extLst>
                    <a:ext uri="{9D8B030D-6E8A-4147-A177-3AD203B41FA5}">
                      <a16:colId xmlns:a16="http://schemas.microsoft.com/office/drawing/2014/main" val="1114848112"/>
                    </a:ext>
                  </a:extLst>
                </a:gridCol>
                <a:gridCol w="2194861">
                  <a:extLst>
                    <a:ext uri="{9D8B030D-6E8A-4147-A177-3AD203B41FA5}">
                      <a16:colId xmlns:a16="http://schemas.microsoft.com/office/drawing/2014/main" val="2553042521"/>
                    </a:ext>
                  </a:extLst>
                </a:gridCol>
              </a:tblGrid>
              <a:tr h="504878">
                <a:tc>
                  <a:txBody>
                    <a:bodyPr/>
                    <a:lstStyle/>
                    <a:p>
                      <a:pPr algn="just"/>
                      <a:r>
                        <a:rPr lang="en-IN" sz="1600" b="0" dirty="0">
                          <a:solidFill>
                            <a:schemeClr val="tx1"/>
                          </a:solidFill>
                          <a:latin typeface="Times New Roman" panose="02020603050405020304" pitchFamily="18" charset="0"/>
                          <a:cs typeface="Times New Roman" panose="02020603050405020304" pitchFamily="18" charset="0"/>
                        </a:rPr>
                        <a:t>Sl.No</a:t>
                      </a:r>
                    </a:p>
                  </a:txBody>
                  <a:tcPr marL="91418" marR="91418" marT="45703" marB="4570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just"/>
                      <a:r>
                        <a:rPr lang="en-IN" sz="1600" b="0" dirty="0">
                          <a:solidFill>
                            <a:schemeClr val="tx1"/>
                          </a:solidFill>
                          <a:latin typeface="Times New Roman" panose="02020603050405020304" pitchFamily="18" charset="0"/>
                          <a:cs typeface="Times New Roman" panose="02020603050405020304" pitchFamily="18" charset="0"/>
                        </a:rPr>
                        <a:t>Author</a:t>
                      </a:r>
                    </a:p>
                  </a:txBody>
                  <a:tcPr marL="91418" marR="91418" marT="45703" marB="4570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just"/>
                      <a:r>
                        <a:rPr lang="en-IN" sz="1600" b="0" dirty="0">
                          <a:solidFill>
                            <a:schemeClr val="tx1"/>
                          </a:solidFill>
                          <a:latin typeface="Times New Roman" panose="02020603050405020304" pitchFamily="18" charset="0"/>
                          <a:cs typeface="Times New Roman" panose="02020603050405020304" pitchFamily="18" charset="0"/>
                        </a:rPr>
                        <a:t>Paper</a:t>
                      </a:r>
                    </a:p>
                  </a:txBody>
                  <a:tcPr marL="91418" marR="91418" marT="45703" marB="4570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just"/>
                      <a:r>
                        <a:rPr lang="en-IN" sz="1600" b="0" dirty="0">
                          <a:solidFill>
                            <a:schemeClr val="tx1"/>
                          </a:solidFill>
                          <a:latin typeface="Times New Roman" panose="02020603050405020304" pitchFamily="18" charset="0"/>
                          <a:cs typeface="Times New Roman" panose="02020603050405020304" pitchFamily="18" charset="0"/>
                        </a:rPr>
                        <a:t>Methodology</a:t>
                      </a:r>
                    </a:p>
                  </a:txBody>
                  <a:tcPr marL="91418" marR="91418" marT="45703" marB="4570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just"/>
                      <a:r>
                        <a:rPr lang="en-US" sz="1600" b="0" dirty="0">
                          <a:solidFill>
                            <a:schemeClr val="tx1"/>
                          </a:solidFill>
                          <a:latin typeface="Times New Roman" panose="02020603050405020304" pitchFamily="18" charset="0"/>
                          <a:cs typeface="Times New Roman" panose="02020603050405020304" pitchFamily="18" charset="0"/>
                        </a:rPr>
                        <a:t>Drawbacks</a:t>
                      </a:r>
                      <a:endParaRPr lang="en-IN" sz="1600" b="0" dirty="0">
                        <a:solidFill>
                          <a:schemeClr val="tx1"/>
                        </a:solidFill>
                        <a:latin typeface="Times New Roman" panose="02020603050405020304" pitchFamily="18" charset="0"/>
                        <a:cs typeface="Times New Roman" panose="02020603050405020304" pitchFamily="18" charset="0"/>
                      </a:endParaRPr>
                    </a:p>
                  </a:txBody>
                  <a:tcPr marL="91418" marR="91418" marT="45703" marB="4570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413692042"/>
                  </a:ext>
                </a:extLst>
              </a:tr>
              <a:tr h="1491867">
                <a:tc>
                  <a:txBody>
                    <a:bodyPr/>
                    <a:lstStyle/>
                    <a:p>
                      <a:pPr algn="just"/>
                      <a:r>
                        <a:rPr lang="en-US" sz="1600" b="0" dirty="0">
                          <a:solidFill>
                            <a:schemeClr val="tx1"/>
                          </a:solidFill>
                          <a:latin typeface="Times New Roman" panose="02020603050405020304" pitchFamily="18" charset="0"/>
                          <a:cs typeface="Times New Roman" panose="02020603050405020304" pitchFamily="18" charset="0"/>
                        </a:rPr>
                        <a:t>4</a:t>
                      </a:r>
                      <a:r>
                        <a:rPr lang="en-IN" sz="1600" b="0" dirty="0">
                          <a:solidFill>
                            <a:schemeClr val="tx1"/>
                          </a:solidFill>
                          <a:latin typeface="Times New Roman" panose="02020603050405020304" pitchFamily="18" charset="0"/>
                          <a:cs typeface="Times New Roman" panose="02020603050405020304" pitchFamily="18" charset="0"/>
                        </a:rPr>
                        <a:t>.</a:t>
                      </a:r>
                    </a:p>
                  </a:txBody>
                  <a:tcPr marL="91418" marR="91418" marT="45703" marB="4570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0" dirty="0">
                          <a:solidFill>
                            <a:schemeClr val="tx1"/>
                          </a:solidFill>
                          <a:latin typeface="Times New Roman" panose="02020603050405020304" pitchFamily="18" charset="0"/>
                          <a:cs typeface="Times New Roman" panose="02020603050405020304" pitchFamily="18" charset="0"/>
                        </a:rPr>
                        <a:t>Yang Chao, </a:t>
                      </a:r>
                      <a:r>
                        <a:rPr lang="en-US" sz="1600" b="0" dirty="0" err="1">
                          <a:solidFill>
                            <a:schemeClr val="tx1"/>
                          </a:solidFill>
                          <a:latin typeface="Times New Roman" panose="02020603050405020304" pitchFamily="18" charset="0"/>
                          <a:cs typeface="Times New Roman" panose="02020603050405020304" pitchFamily="18" charset="0"/>
                        </a:rPr>
                        <a:t>Chaoning</a:t>
                      </a:r>
                      <a:r>
                        <a:rPr lang="en-US" sz="1600" b="0" dirty="0">
                          <a:solidFill>
                            <a:schemeClr val="tx1"/>
                          </a:solidFill>
                          <a:latin typeface="Times New Roman" panose="02020603050405020304" pitchFamily="18" charset="0"/>
                          <a:cs typeface="Times New Roman" panose="02020603050405020304" pitchFamily="18" charset="0"/>
                        </a:rPr>
                        <a:t> Lin, </a:t>
                      </a:r>
                      <a:r>
                        <a:rPr lang="en-US" sz="1600" b="0" dirty="0" err="1">
                          <a:solidFill>
                            <a:schemeClr val="tx1"/>
                          </a:solidFill>
                          <a:latin typeface="Times New Roman" panose="02020603050405020304" pitchFamily="18" charset="0"/>
                          <a:cs typeface="Times New Roman" panose="02020603050405020304" pitchFamily="18" charset="0"/>
                        </a:rPr>
                        <a:t>Tongchun</a:t>
                      </a:r>
                      <a:r>
                        <a:rPr lang="en-US" sz="1600" b="0" dirty="0">
                          <a:solidFill>
                            <a:schemeClr val="tx1"/>
                          </a:solidFill>
                          <a:latin typeface="Times New Roman" panose="02020603050405020304" pitchFamily="18" charset="0"/>
                          <a:cs typeface="Times New Roman" panose="02020603050405020304" pitchFamily="18" charset="0"/>
                        </a:rPr>
                        <a:t> Li, </a:t>
                      </a:r>
                      <a:r>
                        <a:rPr lang="en-US" sz="1600" b="0" dirty="0" err="1">
                          <a:solidFill>
                            <a:schemeClr val="tx1"/>
                          </a:solidFill>
                          <a:latin typeface="Times New Roman" panose="02020603050405020304" pitchFamily="18" charset="0"/>
                          <a:cs typeface="Times New Roman" panose="02020603050405020304" pitchFamily="18" charset="0"/>
                        </a:rPr>
                        <a:t>Huijun</a:t>
                      </a:r>
                      <a:r>
                        <a:rPr lang="en-US" sz="1600" b="0" dirty="0">
                          <a:solidFill>
                            <a:schemeClr val="tx1"/>
                          </a:solidFill>
                          <a:latin typeface="Times New Roman" panose="02020603050405020304" pitchFamily="18" charset="0"/>
                          <a:cs typeface="Times New Roman" panose="02020603050405020304" pitchFamily="18" charset="0"/>
                        </a:rPr>
                        <a:t> Qi, </a:t>
                      </a:r>
                      <a:r>
                        <a:rPr lang="en-US" sz="1600" b="0" dirty="0" err="1">
                          <a:solidFill>
                            <a:schemeClr val="tx1"/>
                          </a:solidFill>
                          <a:latin typeface="Times New Roman" panose="02020603050405020304" pitchFamily="18" charset="0"/>
                          <a:cs typeface="Times New Roman" panose="02020603050405020304" pitchFamily="18" charset="0"/>
                        </a:rPr>
                        <a:t>Dongming</a:t>
                      </a:r>
                      <a:r>
                        <a:rPr lang="en-US" sz="1600" b="0" dirty="0">
                          <a:solidFill>
                            <a:schemeClr val="tx1"/>
                          </a:solidFill>
                          <a:latin typeface="Times New Roman" panose="02020603050405020304" pitchFamily="18" charset="0"/>
                          <a:cs typeface="Times New Roman" panose="02020603050405020304" pitchFamily="18" charset="0"/>
                        </a:rPr>
                        <a:t> Li</a:t>
                      </a:r>
                    </a:p>
                  </a:txBody>
                  <a:tcPr marT="45730" marB="457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600" b="0" dirty="0">
                          <a:solidFill>
                            <a:schemeClr val="tx1"/>
                          </a:solidFill>
                          <a:latin typeface="Times New Roman" panose="02020603050405020304" pitchFamily="18" charset="0"/>
                          <a:cs typeface="Times New Roman" panose="02020603050405020304" pitchFamily="18" charset="0"/>
                        </a:rPr>
                        <a:t>An Automated Framework for the Health Monitoring of Dams Using Deep Learning Algorithms and Numerical- </a:t>
                      </a:r>
                      <a:r>
                        <a:rPr lang="en-IN" sz="1600" dirty="0">
                          <a:solidFill>
                            <a:schemeClr val="tx1"/>
                          </a:solidFill>
                          <a:latin typeface="Times New Roman" panose="02020603050405020304" pitchFamily="18" charset="0"/>
                          <a:cs typeface="Times New Roman" panose="02020603050405020304" pitchFamily="18" charset="0"/>
                        </a:rPr>
                        <a:t>Applied Sciences Journal </a:t>
                      </a:r>
                      <a:r>
                        <a:rPr lang="en-US" sz="1600" b="0" dirty="0">
                          <a:solidFill>
                            <a:schemeClr val="tx1"/>
                          </a:solidFill>
                          <a:latin typeface="Times New Roman" panose="02020603050405020304" pitchFamily="18" charset="0"/>
                          <a:cs typeface="Times New Roman" panose="02020603050405020304" pitchFamily="18" charset="0"/>
                        </a:rPr>
                        <a:t>[</a:t>
                      </a:r>
                      <a:r>
                        <a:rPr lang="en-IN" sz="1600" b="0" dirty="0">
                          <a:solidFill>
                            <a:schemeClr val="tx1"/>
                          </a:solidFill>
                          <a:latin typeface="Times New Roman" panose="02020603050405020304" pitchFamily="18" charset="0"/>
                          <a:cs typeface="Times New Roman" panose="02020603050405020304" pitchFamily="18" charset="0"/>
                        </a:rPr>
                        <a:t>2023]</a:t>
                      </a:r>
                    </a:p>
                  </a:txBody>
                  <a:tcPr marT="45730" marB="457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lang="en-US" sz="1600" b="0" dirty="0">
                          <a:solidFill>
                            <a:schemeClr val="tx1"/>
                          </a:solidFill>
                          <a:latin typeface="Times New Roman" panose="02020603050405020304" pitchFamily="18" charset="0"/>
                          <a:cs typeface="Times New Roman" panose="02020603050405020304" pitchFamily="18" charset="0"/>
                        </a:rPr>
                        <a:t>structural health of dams using a combination of deep learning techniques and numerical simulations</a:t>
                      </a:r>
                    </a:p>
                  </a:txBody>
                  <a:tcPr marL="91418" marR="91418" marT="45703" marB="4570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just"/>
                      <a:r>
                        <a:rPr lang="en-US" sz="1600" b="0" dirty="0">
                          <a:solidFill>
                            <a:schemeClr val="tx1"/>
                          </a:solidFill>
                          <a:latin typeface="Times New Roman" panose="02020603050405020304" pitchFamily="18" charset="0"/>
                          <a:cs typeface="Times New Roman" panose="02020603050405020304" pitchFamily="18" charset="0"/>
                        </a:rPr>
                        <a:t>Deep learning concepts like CNN are difficult to calibrate and compute. </a:t>
                      </a:r>
                    </a:p>
                  </a:txBody>
                  <a:tcPr marL="91418" marR="91418" marT="45703" marB="4570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75036058"/>
                  </a:ext>
                </a:extLst>
              </a:tr>
              <a:tr h="1491867">
                <a:tc>
                  <a:txBody>
                    <a:bodyPr/>
                    <a:lstStyle/>
                    <a:p>
                      <a:pPr algn="just"/>
                      <a:r>
                        <a:rPr lang="en-IN" sz="1600" b="0" dirty="0">
                          <a:solidFill>
                            <a:schemeClr val="tx1"/>
                          </a:solidFill>
                          <a:latin typeface="Times New Roman" panose="02020603050405020304" pitchFamily="18" charset="0"/>
                          <a:cs typeface="Times New Roman" panose="02020603050405020304" pitchFamily="18" charset="0"/>
                        </a:rPr>
                        <a:t>5.</a:t>
                      </a:r>
                    </a:p>
                  </a:txBody>
                  <a:tcPr marL="91418" marR="91418" marT="45703" marB="4570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600" b="0" dirty="0" err="1">
                          <a:solidFill>
                            <a:schemeClr val="tx1"/>
                          </a:solidFill>
                          <a:latin typeface="Times New Roman" panose="02020603050405020304" pitchFamily="18" charset="0"/>
                          <a:cs typeface="Times New Roman" panose="02020603050405020304" pitchFamily="18" charset="0"/>
                        </a:rPr>
                        <a:t>Yandamuri</a:t>
                      </a:r>
                      <a:r>
                        <a:rPr lang="en-IN" sz="1600" b="0" dirty="0">
                          <a:solidFill>
                            <a:schemeClr val="tx1"/>
                          </a:solidFill>
                          <a:latin typeface="Times New Roman" panose="02020603050405020304" pitchFamily="18" charset="0"/>
                          <a:cs typeface="Times New Roman" panose="02020603050405020304" pitchFamily="18" charset="0"/>
                        </a:rPr>
                        <a:t> Sai Prudhvi, K. </a:t>
                      </a:r>
                      <a:r>
                        <a:rPr lang="en-IN" sz="1600" b="0" dirty="0" err="1">
                          <a:solidFill>
                            <a:schemeClr val="tx1"/>
                          </a:solidFill>
                          <a:latin typeface="Times New Roman" panose="02020603050405020304" pitchFamily="18" charset="0"/>
                          <a:cs typeface="Times New Roman" panose="02020603050405020304" pitchFamily="18" charset="0"/>
                        </a:rPr>
                        <a:t>Santhoshi</a:t>
                      </a:r>
                      <a:r>
                        <a:rPr lang="en-IN" sz="1600" b="0" dirty="0">
                          <a:solidFill>
                            <a:schemeClr val="tx1"/>
                          </a:solidFill>
                          <a:latin typeface="Times New Roman" panose="02020603050405020304" pitchFamily="18" charset="0"/>
                          <a:cs typeface="Times New Roman" panose="02020603050405020304" pitchFamily="18" charset="0"/>
                        </a:rPr>
                        <a:t>, K. Umesh, C.</a:t>
                      </a:r>
                      <a:endParaRPr kumimoji="0" lang="en-IN" sz="1600" b="0" i="0" kern="1200" dirty="0">
                        <a:solidFill>
                          <a:schemeClr val="tx1"/>
                        </a:solidFill>
                        <a:effectLst/>
                        <a:latin typeface="Times New Roman" panose="02020603050405020304" pitchFamily="18" charset="0"/>
                        <a:ea typeface="+mn-ea"/>
                        <a:cs typeface="Times New Roman" panose="02020603050405020304" pitchFamily="18" charset="0"/>
                      </a:endParaRPr>
                    </a:p>
                  </a:txBody>
                  <a:tcPr marL="91418" marR="91418" marT="45703" marB="4570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600" b="0" dirty="0">
                          <a:solidFill>
                            <a:schemeClr val="tx1"/>
                          </a:solidFill>
                          <a:latin typeface="Times New Roman" panose="02020603050405020304" pitchFamily="18" charset="0"/>
                          <a:cs typeface="Times New Roman" panose="02020603050405020304" pitchFamily="18" charset="0"/>
                        </a:rPr>
                        <a:t>Water Level Monitoring And Dam Gate Control Over IoT-</a:t>
                      </a:r>
                      <a:r>
                        <a:rPr lang="en-IN" sz="1600" b="0" dirty="0">
                          <a:solidFill>
                            <a:schemeClr val="tx1"/>
                          </a:solidFill>
                          <a:latin typeface="Times New Roman" panose="02020603050405020304" pitchFamily="18" charset="0"/>
                          <a:cs typeface="Times New Roman" panose="02020603050405020304" pitchFamily="18" charset="0"/>
                        </a:rPr>
                        <a:t>IRJMETS </a:t>
                      </a:r>
                      <a:r>
                        <a:rPr lang="en-US" sz="1600" b="0" dirty="0">
                          <a:solidFill>
                            <a:schemeClr val="tx1"/>
                          </a:solidFill>
                          <a:latin typeface="Times New Roman" panose="02020603050405020304" pitchFamily="18" charset="0"/>
                          <a:cs typeface="Times New Roman" panose="02020603050405020304" pitchFamily="18" charset="0"/>
                        </a:rPr>
                        <a:t>[2023]</a:t>
                      </a:r>
                    </a:p>
                  </a:txBody>
                  <a:tcPr marL="91418" marR="91418" marT="45703" marB="4570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600" b="0" dirty="0">
                          <a:solidFill>
                            <a:schemeClr val="tx1"/>
                          </a:solidFill>
                          <a:latin typeface="Times New Roman" panose="02020603050405020304" pitchFamily="18" charset="0"/>
                          <a:cs typeface="Times New Roman" panose="02020603050405020304" pitchFamily="18" charset="0"/>
                        </a:rPr>
                        <a:t>Ultrasonic sensor, Flex sensor, Arduino, Servo motor, IoT module for data transmission</a:t>
                      </a:r>
                      <a:endParaRPr lang="en-US" sz="1600" b="0" dirty="0">
                        <a:solidFill>
                          <a:schemeClr val="tx1"/>
                        </a:solidFill>
                        <a:latin typeface="Times New Roman" panose="02020603050405020304" pitchFamily="18" charset="0"/>
                        <a:cs typeface="Times New Roman" panose="02020603050405020304" pitchFamily="18" charset="0"/>
                      </a:endParaRPr>
                    </a:p>
                  </a:txBody>
                  <a:tcPr marL="91423" marR="91423" marT="45706" marB="4570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600" b="0" dirty="0">
                          <a:solidFill>
                            <a:schemeClr val="tx1"/>
                          </a:solidFill>
                          <a:latin typeface="Times New Roman" panose="02020603050405020304" pitchFamily="18" charset="0"/>
                          <a:cs typeface="Times New Roman" panose="02020603050405020304" pitchFamily="18" charset="0"/>
                        </a:rPr>
                        <a:t>No Dam Automation.</a:t>
                      </a:r>
                    </a:p>
                    <a:p>
                      <a:r>
                        <a:rPr lang="en-US" sz="1600" b="0" dirty="0">
                          <a:solidFill>
                            <a:schemeClr val="tx1"/>
                          </a:solidFill>
                          <a:latin typeface="Times New Roman" panose="02020603050405020304" pitchFamily="18" charset="0"/>
                          <a:cs typeface="Times New Roman" panose="02020603050405020304" pitchFamily="18" charset="0"/>
                        </a:rPr>
                        <a:t>No alarm given and images aren’t monitored.</a:t>
                      </a:r>
                    </a:p>
                  </a:txBody>
                  <a:tcPr marL="91423" marR="91423" marT="45706" marB="4570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048082689"/>
                  </a:ext>
                </a:extLst>
              </a:tr>
            </a:tbl>
          </a:graphicData>
        </a:graphic>
      </p:graphicFrame>
    </p:spTree>
    <p:extLst>
      <p:ext uri="{BB962C8B-B14F-4D97-AF65-F5344CB8AC3E}">
        <p14:creationId xmlns:p14="http://schemas.microsoft.com/office/powerpoint/2010/main" val="2271220043"/>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51" name="Rectangle 3"/>
          <p:cNvSpPr>
            <a:spLocks noGrp="1" noChangeArrowheads="1"/>
          </p:cNvSpPr>
          <p:nvPr>
            <p:ph type="subTitle" idx="1"/>
          </p:nvPr>
        </p:nvSpPr>
        <p:spPr>
          <a:xfrm>
            <a:off x="182880" y="1854200"/>
            <a:ext cx="10789920" cy="4566919"/>
          </a:xfrm>
        </p:spPr>
        <p:txBody>
          <a:bodyPr/>
          <a:lstStyle/>
          <a:p>
            <a:pPr>
              <a:lnSpc>
                <a:spcPct val="80000"/>
              </a:lnSpc>
            </a:pPr>
            <a:endParaRPr lang="en-US" sz="300" dirty="0"/>
          </a:p>
          <a:p>
            <a:pPr>
              <a:lnSpc>
                <a:spcPct val="80000"/>
              </a:lnSpc>
            </a:pPr>
            <a:endParaRPr lang="en-US" sz="300" dirty="0"/>
          </a:p>
          <a:p>
            <a:pPr>
              <a:lnSpc>
                <a:spcPct val="80000"/>
              </a:lnSpc>
            </a:pPr>
            <a:endParaRPr lang="en-US" sz="3400" dirty="0"/>
          </a:p>
        </p:txBody>
      </p:sp>
      <p:sp>
        <p:nvSpPr>
          <p:cNvPr id="3" name="Slide Number Placeholder 2"/>
          <p:cNvSpPr>
            <a:spLocks noGrp="1"/>
          </p:cNvSpPr>
          <p:nvPr>
            <p:ph type="sldNum" sz="quarter" idx="12"/>
          </p:nvPr>
        </p:nvSpPr>
        <p:spPr>
          <a:xfrm>
            <a:off x="8275320" y="6907381"/>
            <a:ext cx="2468880" cy="389467"/>
          </a:xfrm>
        </p:spPr>
        <p:txBody>
          <a:bodyPr/>
          <a:lstStyle/>
          <a:p>
            <a:fld id="{DEE1B5D3-41FC-4244-BB46-5FB8EFC09C75}" type="slidenum">
              <a:rPr lang="en-US" smtClean="0"/>
              <a:pPr/>
              <a:t>6</a:t>
            </a:fld>
            <a:r>
              <a:rPr lang="en-US" dirty="0"/>
              <a:t> of 14</a:t>
            </a:r>
          </a:p>
        </p:txBody>
      </p:sp>
      <p:sp>
        <p:nvSpPr>
          <p:cNvPr id="2057" name="Rectangle 9"/>
          <p:cNvSpPr>
            <a:spLocks noChangeArrowheads="1"/>
          </p:cNvSpPr>
          <p:nvPr/>
        </p:nvSpPr>
        <p:spPr bwMode="auto">
          <a:xfrm>
            <a:off x="914400" y="501227"/>
            <a:ext cx="8595360" cy="1625600"/>
          </a:xfrm>
          <a:prstGeom prst="rect">
            <a:avLst/>
          </a:prstGeom>
          <a:noFill/>
          <a:ln w="9525">
            <a:noFill/>
            <a:miter lim="800000"/>
            <a:headEnd/>
            <a:tailEnd/>
          </a:ln>
          <a:effectLst/>
        </p:spPr>
        <p:txBody>
          <a:bodyPr lIns="104498" tIns="52249" rIns="104498" bIns="52249" anchor="ctr"/>
          <a:lstStyle/>
          <a:p>
            <a:br>
              <a:rPr lang="en-US" sz="1800" dirty="0">
                <a:effectLst>
                  <a:outerShdw blurRad="38100" dist="38100" dir="2700000" algn="tl">
                    <a:srgbClr val="000000"/>
                  </a:outerShdw>
                </a:effectLst>
              </a:rPr>
            </a:br>
            <a:endParaRPr lang="en-US" dirty="0">
              <a:effectLst>
                <a:outerShdw blurRad="38100" dist="38100" dir="2700000" algn="tl">
                  <a:srgbClr val="000000"/>
                </a:outerShdw>
              </a:effectLst>
            </a:endParaRPr>
          </a:p>
        </p:txBody>
      </p:sp>
      <p:sp>
        <p:nvSpPr>
          <p:cNvPr id="9" name="Rectangle 8"/>
          <p:cNvSpPr/>
          <p:nvPr/>
        </p:nvSpPr>
        <p:spPr>
          <a:xfrm>
            <a:off x="2295015" y="164672"/>
            <a:ext cx="6413678" cy="959598"/>
          </a:xfrm>
          <a:prstGeom prst="rect">
            <a:avLst/>
          </a:prstGeom>
        </p:spPr>
        <p:txBody>
          <a:bodyPr wrap="square" lIns="104498" tIns="52249" rIns="104498" bIns="52249">
            <a:spAutoFit/>
          </a:bodyPr>
          <a:lstStyle/>
          <a:p>
            <a:pPr algn="ctr">
              <a:lnSpc>
                <a:spcPct val="150000"/>
              </a:lnSpc>
              <a:defRPr/>
            </a:pPr>
            <a:r>
              <a:rPr lang="en-US" sz="3700" b="1" dirty="0">
                <a:solidFill>
                  <a:schemeClr val="bg1"/>
                </a:solidFill>
                <a:latin typeface="Times New Roman" pitchFamily="18" charset="0"/>
                <a:ea typeface="Verdana" pitchFamily="34" charset="0"/>
                <a:cs typeface="Times New Roman" pitchFamily="18" charset="0"/>
              </a:rPr>
              <a:t>About the Institute</a:t>
            </a:r>
          </a:p>
        </p:txBody>
      </p:sp>
      <p:sp>
        <p:nvSpPr>
          <p:cNvPr id="2" name="Rectangle 1"/>
          <p:cNvSpPr/>
          <p:nvPr/>
        </p:nvSpPr>
        <p:spPr>
          <a:xfrm>
            <a:off x="182880" y="1219200"/>
            <a:ext cx="10470664" cy="3552616"/>
          </a:xfrm>
          <a:prstGeom prst="rect">
            <a:avLst/>
          </a:prstGeom>
          <a:ln>
            <a:noFill/>
          </a:ln>
        </p:spPr>
        <p:txBody>
          <a:bodyPr wrap="square" lIns="104498" tIns="52249" rIns="104498" bIns="52249">
            <a:spAutoFit/>
          </a:bodyPr>
          <a:lstStyle/>
          <a:p>
            <a:pPr algn="just"/>
            <a:r>
              <a:rPr lang="en-US" sz="2800" dirty="0">
                <a:latin typeface="Times New Roman" panose="02020603050405020304" pitchFamily="18" charset="0"/>
                <a:cs typeface="Times New Roman" panose="02020603050405020304" pitchFamily="18" charset="0"/>
              </a:rPr>
              <a:t>Most papers focus on using microcontrollers like Arduino and ESP32 integrated with sensors (e.g., level, ultrasonic, turbidity, flex) and IoT platforms (Blynk, Thing-Speak) for automated dam control. Some studies incorporate mobile apps for user control. It also explores structural health monitoring using deep learning and simulations. Overall, the works emphasize real-time data transmission, automation, and enhanced monitoring through sensor networks and cloud integration.</a:t>
            </a:r>
            <a:endParaRPr lang="en-IN" sz="2800" dirty="0">
              <a:latin typeface="Times New Roman" panose="02020603050405020304" pitchFamily="18" charset="0"/>
              <a:cs typeface="Times New Roman" pitchFamily="18" charset="0"/>
            </a:endParaRPr>
          </a:p>
        </p:txBody>
      </p:sp>
      <p:pic>
        <p:nvPicPr>
          <p:cNvPr id="12" name="Picture 11">
            <a:extLst>
              <a:ext uri="{FF2B5EF4-FFF2-40B4-BE49-F238E27FC236}">
                <a16:creationId xmlns:a16="http://schemas.microsoft.com/office/drawing/2014/main" id="{1CA3EAA7-EBE4-4ADF-9551-C1B6CF15AB70}"/>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16478" t="82535" r="12817" b="-313"/>
          <a:stretch/>
        </p:blipFill>
        <p:spPr>
          <a:xfrm>
            <a:off x="0" y="0"/>
            <a:ext cx="10972800" cy="1056640"/>
          </a:xfrm>
          <a:prstGeom prst="rect">
            <a:avLst/>
          </a:prstGeom>
        </p:spPr>
      </p:pic>
      <p:sp>
        <p:nvSpPr>
          <p:cNvPr id="14" name="TextBox 13">
            <a:extLst>
              <a:ext uri="{FF2B5EF4-FFF2-40B4-BE49-F238E27FC236}">
                <a16:creationId xmlns:a16="http://schemas.microsoft.com/office/drawing/2014/main" id="{B0000823-3D60-DC45-B1EF-29A32C704670}"/>
              </a:ext>
            </a:extLst>
          </p:cNvPr>
          <p:cNvSpPr txBox="1"/>
          <p:nvPr/>
        </p:nvSpPr>
        <p:spPr>
          <a:xfrm flipH="1">
            <a:off x="1554480" y="243841"/>
            <a:ext cx="7680960" cy="567183"/>
          </a:xfrm>
          <a:prstGeom prst="rect">
            <a:avLst/>
          </a:prstGeom>
          <a:noFill/>
          <a:ln>
            <a:noFill/>
          </a:ln>
        </p:spPr>
        <p:txBody>
          <a:bodyPr wrap="square" lIns="104498" tIns="52249" rIns="104498" bIns="52249" rtlCol="0">
            <a:spAutoFit/>
          </a:bodyPr>
          <a:lstStyle/>
          <a:p>
            <a:pPr algn="ctr"/>
            <a:r>
              <a:rPr lang="en-US" sz="3000" b="1" dirty="0">
                <a:solidFill>
                  <a:schemeClr val="bg1"/>
                </a:solidFill>
                <a:latin typeface="Times New Roman" panose="02020603050405020304" pitchFamily="18" charset="0"/>
                <a:ea typeface="Roboto Medium" panose="02000000000000000000" pitchFamily="2" charset="0"/>
                <a:cs typeface="Times New Roman" panose="02020603050405020304" pitchFamily="18" charset="0"/>
              </a:rPr>
              <a:t>SUMMARY of LITERATURE REVIEW</a:t>
            </a:r>
          </a:p>
        </p:txBody>
      </p:sp>
      <p:pic>
        <p:nvPicPr>
          <p:cNvPr id="11" name="Picture 8" descr="D:\unnamed.jpg"/>
          <p:cNvPicPr>
            <a:picLocks noChangeAspect="1" noChangeArrowheads="1"/>
          </p:cNvPicPr>
          <p:nvPr/>
        </p:nvPicPr>
        <p:blipFill>
          <a:blip r:embed="rId4" cstate="print"/>
          <a:srcRect/>
          <a:stretch>
            <a:fillRect/>
          </a:stretch>
        </p:blipFill>
        <p:spPr bwMode="auto">
          <a:xfrm>
            <a:off x="10111154" y="35169"/>
            <a:ext cx="838200" cy="942975"/>
          </a:xfrm>
          <a:prstGeom prst="rect">
            <a:avLst/>
          </a:prstGeom>
          <a:noFill/>
        </p:spPr>
      </p:pic>
      <p:sp>
        <p:nvSpPr>
          <p:cNvPr id="15" name="Footer Placeholder 14"/>
          <p:cNvSpPr>
            <a:spLocks noGrp="1"/>
          </p:cNvSpPr>
          <p:nvPr>
            <p:ph type="ftr" sz="quarter" idx="11"/>
          </p:nvPr>
        </p:nvSpPr>
        <p:spPr>
          <a:xfrm>
            <a:off x="228600" y="6705600"/>
            <a:ext cx="3474720" cy="389467"/>
          </a:xfrm>
        </p:spPr>
        <p:txBody>
          <a:bodyPr/>
          <a:lstStyle/>
          <a:p>
            <a:pPr algn="l"/>
            <a:r>
              <a:rPr lang="en-US" dirty="0"/>
              <a:t>Paper Id: 182                                      </a:t>
            </a:r>
          </a:p>
        </p:txBody>
      </p:sp>
    </p:spTree>
    <p:extLst>
      <p:ext uri="{BB962C8B-B14F-4D97-AF65-F5344CB8AC3E}">
        <p14:creationId xmlns:p14="http://schemas.microsoft.com/office/powerpoint/2010/main" val="2078269970"/>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a:xfrm>
            <a:off x="8275320" y="6907381"/>
            <a:ext cx="2468880" cy="389467"/>
          </a:xfrm>
        </p:spPr>
        <p:txBody>
          <a:bodyPr/>
          <a:lstStyle/>
          <a:p>
            <a:fld id="{DEE1B5D3-41FC-4244-BB46-5FB8EFC09C75}" type="slidenum">
              <a:rPr lang="en-US" smtClean="0"/>
              <a:pPr/>
              <a:t>7</a:t>
            </a:fld>
            <a:r>
              <a:rPr lang="en-US" dirty="0"/>
              <a:t> of 14</a:t>
            </a:r>
          </a:p>
        </p:txBody>
      </p:sp>
      <p:sp>
        <p:nvSpPr>
          <p:cNvPr id="2057" name="Rectangle 9"/>
          <p:cNvSpPr>
            <a:spLocks noChangeArrowheads="1"/>
          </p:cNvSpPr>
          <p:nvPr/>
        </p:nvSpPr>
        <p:spPr bwMode="auto">
          <a:xfrm>
            <a:off x="914400" y="501227"/>
            <a:ext cx="8595360" cy="1625600"/>
          </a:xfrm>
          <a:prstGeom prst="rect">
            <a:avLst/>
          </a:prstGeom>
          <a:noFill/>
          <a:ln w="9525">
            <a:noFill/>
            <a:miter lim="800000"/>
            <a:headEnd/>
            <a:tailEnd/>
          </a:ln>
          <a:effectLst/>
        </p:spPr>
        <p:txBody>
          <a:bodyPr lIns="104498" tIns="52249" rIns="104498" bIns="52249" anchor="ctr"/>
          <a:lstStyle/>
          <a:p>
            <a:br>
              <a:rPr lang="en-US" sz="1800" dirty="0">
                <a:effectLst>
                  <a:outerShdw blurRad="38100" dist="38100" dir="2700000" algn="tl">
                    <a:srgbClr val="000000"/>
                  </a:outerShdw>
                </a:effectLst>
              </a:rPr>
            </a:br>
            <a:endParaRPr lang="en-US" dirty="0">
              <a:effectLst>
                <a:outerShdw blurRad="38100" dist="38100" dir="2700000" algn="tl">
                  <a:srgbClr val="000000"/>
                </a:outerShdw>
              </a:effectLst>
            </a:endParaRPr>
          </a:p>
        </p:txBody>
      </p:sp>
      <p:sp>
        <p:nvSpPr>
          <p:cNvPr id="9" name="Rectangle 8"/>
          <p:cNvSpPr/>
          <p:nvPr/>
        </p:nvSpPr>
        <p:spPr>
          <a:xfrm>
            <a:off x="2295015" y="164672"/>
            <a:ext cx="6413678" cy="959598"/>
          </a:xfrm>
          <a:prstGeom prst="rect">
            <a:avLst/>
          </a:prstGeom>
        </p:spPr>
        <p:txBody>
          <a:bodyPr wrap="square" lIns="104498" tIns="52249" rIns="104498" bIns="52249">
            <a:spAutoFit/>
          </a:bodyPr>
          <a:lstStyle/>
          <a:p>
            <a:pPr algn="ctr">
              <a:lnSpc>
                <a:spcPct val="150000"/>
              </a:lnSpc>
              <a:defRPr/>
            </a:pPr>
            <a:r>
              <a:rPr lang="en-US" sz="3700" b="1" dirty="0">
                <a:solidFill>
                  <a:schemeClr val="bg1"/>
                </a:solidFill>
                <a:latin typeface="Times New Roman" pitchFamily="18" charset="0"/>
                <a:ea typeface="Verdana" pitchFamily="34" charset="0"/>
                <a:cs typeface="Times New Roman" pitchFamily="18" charset="0"/>
              </a:rPr>
              <a:t>About the Institute</a:t>
            </a:r>
          </a:p>
        </p:txBody>
      </p:sp>
      <p:sp>
        <p:nvSpPr>
          <p:cNvPr id="2" name="Rectangle 1"/>
          <p:cNvSpPr/>
          <p:nvPr/>
        </p:nvSpPr>
        <p:spPr>
          <a:xfrm>
            <a:off x="182880" y="1219200"/>
            <a:ext cx="10470664" cy="2875508"/>
          </a:xfrm>
          <a:prstGeom prst="rect">
            <a:avLst/>
          </a:prstGeom>
          <a:ln>
            <a:noFill/>
          </a:ln>
        </p:spPr>
        <p:txBody>
          <a:bodyPr wrap="square" lIns="104498" tIns="52249" rIns="104498" bIns="52249">
            <a:spAutoFit/>
          </a:bodyPr>
          <a:lstStyle/>
          <a:p>
            <a:pPr marL="107950" indent="0" algn="just">
              <a:buFont typeface="Wingdings 3" panose="05040102010807070707" pitchFamily="18" charset="2"/>
              <a:buNone/>
            </a:pPr>
            <a:r>
              <a:rPr lang="en-US" altLang="en-US" sz="3600" dirty="0">
                <a:latin typeface="Times New Roman" panose="02020603050405020304" pitchFamily="18" charset="0"/>
                <a:cs typeface="Times New Roman" panose="02020603050405020304" pitchFamily="18" charset="0"/>
              </a:rPr>
              <a:t>Current dam monitoring systems rely on manual inspections, leading to delayed hazard detection. A real-time, automated system with early warning capabilities is crucial for preventing failures and ensuring safety.</a:t>
            </a:r>
            <a:endParaRPr lang="en-IN" altLang="en-US" sz="3600" dirty="0">
              <a:latin typeface="Times New Roman" panose="02020603050405020304" pitchFamily="18" charset="0"/>
              <a:cs typeface="Times New Roman" panose="02020603050405020304" pitchFamily="18" charset="0"/>
            </a:endParaRPr>
          </a:p>
        </p:txBody>
      </p:sp>
      <p:pic>
        <p:nvPicPr>
          <p:cNvPr id="12" name="Picture 11">
            <a:extLst>
              <a:ext uri="{FF2B5EF4-FFF2-40B4-BE49-F238E27FC236}">
                <a16:creationId xmlns:a16="http://schemas.microsoft.com/office/drawing/2014/main" id="{1CA3EAA7-EBE4-4ADF-9551-C1B6CF15AB70}"/>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16478" t="82535" r="12817" b="-313"/>
          <a:stretch/>
        </p:blipFill>
        <p:spPr>
          <a:xfrm>
            <a:off x="0" y="0"/>
            <a:ext cx="10972800" cy="1056640"/>
          </a:xfrm>
          <a:prstGeom prst="rect">
            <a:avLst/>
          </a:prstGeom>
        </p:spPr>
      </p:pic>
      <p:sp>
        <p:nvSpPr>
          <p:cNvPr id="14" name="TextBox 13">
            <a:extLst>
              <a:ext uri="{FF2B5EF4-FFF2-40B4-BE49-F238E27FC236}">
                <a16:creationId xmlns:a16="http://schemas.microsoft.com/office/drawing/2014/main" id="{B0000823-3D60-DC45-B1EF-29A32C704670}"/>
              </a:ext>
            </a:extLst>
          </p:cNvPr>
          <p:cNvSpPr txBox="1"/>
          <p:nvPr/>
        </p:nvSpPr>
        <p:spPr>
          <a:xfrm flipH="1">
            <a:off x="1188720" y="243841"/>
            <a:ext cx="8229600" cy="597961"/>
          </a:xfrm>
          <a:prstGeom prst="rect">
            <a:avLst/>
          </a:prstGeom>
          <a:noFill/>
          <a:ln>
            <a:noFill/>
          </a:ln>
        </p:spPr>
        <p:txBody>
          <a:bodyPr wrap="square" lIns="104498" tIns="52249" rIns="104498" bIns="52249" rtlCol="0">
            <a:spAutoFit/>
          </a:bodyPr>
          <a:lstStyle/>
          <a:p>
            <a:pPr algn="ctr"/>
            <a:r>
              <a:rPr lang="en-US" sz="3200" b="1" dirty="0">
                <a:solidFill>
                  <a:schemeClr val="bg1"/>
                </a:solidFill>
                <a:latin typeface="Times New Roman" panose="02020603050405020304" pitchFamily="18" charset="0"/>
                <a:cs typeface="Times New Roman" panose="02020603050405020304" pitchFamily="18" charset="0"/>
              </a:rPr>
              <a:t>OBJECTIVES/ NEED FOR THE STUDY</a:t>
            </a:r>
          </a:p>
        </p:txBody>
      </p:sp>
      <p:sp>
        <p:nvSpPr>
          <p:cNvPr id="13" name="Footer Placeholder 12"/>
          <p:cNvSpPr>
            <a:spLocks noGrp="1"/>
          </p:cNvSpPr>
          <p:nvPr>
            <p:ph type="ftr" sz="quarter" idx="11"/>
          </p:nvPr>
        </p:nvSpPr>
        <p:spPr>
          <a:xfrm>
            <a:off x="228600" y="6705600"/>
            <a:ext cx="3474720" cy="389467"/>
          </a:xfrm>
        </p:spPr>
        <p:txBody>
          <a:bodyPr/>
          <a:lstStyle/>
          <a:p>
            <a:pPr algn="l"/>
            <a:r>
              <a:rPr lang="en-US" dirty="0"/>
              <a:t>Paper Id: 182                                </a:t>
            </a:r>
          </a:p>
        </p:txBody>
      </p:sp>
      <p:pic>
        <p:nvPicPr>
          <p:cNvPr id="15" name="Picture 8" descr="D:\unnamed.jpg"/>
          <p:cNvPicPr>
            <a:picLocks noChangeAspect="1" noChangeArrowheads="1"/>
          </p:cNvPicPr>
          <p:nvPr/>
        </p:nvPicPr>
        <p:blipFill>
          <a:blip r:embed="rId4" cstate="print"/>
          <a:srcRect/>
          <a:stretch>
            <a:fillRect/>
          </a:stretch>
        </p:blipFill>
        <p:spPr bwMode="auto">
          <a:xfrm>
            <a:off x="9966960" y="1"/>
            <a:ext cx="1005840" cy="1005840"/>
          </a:xfrm>
          <a:prstGeom prst="rect">
            <a:avLst/>
          </a:prstGeom>
          <a:noFill/>
        </p:spPr>
      </p:pic>
    </p:spTree>
    <p:extLst>
      <p:ext uri="{BB962C8B-B14F-4D97-AF65-F5344CB8AC3E}">
        <p14:creationId xmlns:p14="http://schemas.microsoft.com/office/powerpoint/2010/main" val="2078269970"/>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51" name="Rectangle 3"/>
          <p:cNvSpPr>
            <a:spLocks noGrp="1" noChangeArrowheads="1"/>
          </p:cNvSpPr>
          <p:nvPr>
            <p:ph type="subTitle" idx="1"/>
          </p:nvPr>
        </p:nvSpPr>
        <p:spPr>
          <a:xfrm>
            <a:off x="182880" y="1854200"/>
            <a:ext cx="10789920" cy="4566919"/>
          </a:xfrm>
        </p:spPr>
        <p:txBody>
          <a:bodyPr/>
          <a:lstStyle/>
          <a:p>
            <a:pPr>
              <a:lnSpc>
                <a:spcPct val="80000"/>
              </a:lnSpc>
            </a:pPr>
            <a:endParaRPr lang="en-US" sz="300" dirty="0"/>
          </a:p>
          <a:p>
            <a:pPr>
              <a:lnSpc>
                <a:spcPct val="80000"/>
              </a:lnSpc>
            </a:pPr>
            <a:endParaRPr lang="en-US" sz="300" dirty="0"/>
          </a:p>
          <a:p>
            <a:pPr>
              <a:lnSpc>
                <a:spcPct val="80000"/>
              </a:lnSpc>
            </a:pPr>
            <a:endParaRPr lang="en-US" sz="3400" dirty="0"/>
          </a:p>
        </p:txBody>
      </p:sp>
      <p:sp>
        <p:nvSpPr>
          <p:cNvPr id="3" name="Slide Number Placeholder 2"/>
          <p:cNvSpPr>
            <a:spLocks noGrp="1"/>
          </p:cNvSpPr>
          <p:nvPr>
            <p:ph type="sldNum" sz="quarter" idx="12"/>
          </p:nvPr>
        </p:nvSpPr>
        <p:spPr>
          <a:xfrm>
            <a:off x="8275320" y="6907381"/>
            <a:ext cx="2468880" cy="389467"/>
          </a:xfrm>
        </p:spPr>
        <p:txBody>
          <a:bodyPr/>
          <a:lstStyle/>
          <a:p>
            <a:fld id="{DEE1B5D3-41FC-4244-BB46-5FB8EFC09C75}" type="slidenum">
              <a:rPr lang="en-US" smtClean="0"/>
              <a:pPr/>
              <a:t>8</a:t>
            </a:fld>
            <a:r>
              <a:rPr lang="en-US" dirty="0"/>
              <a:t> of 14</a:t>
            </a:r>
          </a:p>
        </p:txBody>
      </p:sp>
      <p:sp>
        <p:nvSpPr>
          <p:cNvPr id="2057" name="Rectangle 9"/>
          <p:cNvSpPr>
            <a:spLocks noChangeArrowheads="1"/>
          </p:cNvSpPr>
          <p:nvPr/>
        </p:nvSpPr>
        <p:spPr bwMode="auto">
          <a:xfrm>
            <a:off x="914400" y="501227"/>
            <a:ext cx="8595360" cy="1625600"/>
          </a:xfrm>
          <a:prstGeom prst="rect">
            <a:avLst/>
          </a:prstGeom>
          <a:noFill/>
          <a:ln w="9525">
            <a:noFill/>
            <a:miter lim="800000"/>
            <a:headEnd/>
            <a:tailEnd/>
          </a:ln>
          <a:effectLst/>
        </p:spPr>
        <p:txBody>
          <a:bodyPr lIns="104498" tIns="52249" rIns="104498" bIns="52249" anchor="ctr"/>
          <a:lstStyle/>
          <a:p>
            <a:br>
              <a:rPr lang="en-US" sz="1800" dirty="0">
                <a:effectLst>
                  <a:outerShdw blurRad="38100" dist="38100" dir="2700000" algn="tl">
                    <a:srgbClr val="000000"/>
                  </a:outerShdw>
                </a:effectLst>
              </a:rPr>
            </a:br>
            <a:endParaRPr lang="en-US" dirty="0">
              <a:effectLst>
                <a:outerShdw blurRad="38100" dist="38100" dir="2700000" algn="tl">
                  <a:srgbClr val="000000"/>
                </a:outerShdw>
              </a:effectLst>
            </a:endParaRPr>
          </a:p>
        </p:txBody>
      </p:sp>
      <p:sp>
        <p:nvSpPr>
          <p:cNvPr id="9" name="Rectangle 8"/>
          <p:cNvSpPr/>
          <p:nvPr/>
        </p:nvSpPr>
        <p:spPr>
          <a:xfrm>
            <a:off x="2295015" y="164672"/>
            <a:ext cx="6413678" cy="959598"/>
          </a:xfrm>
          <a:prstGeom prst="rect">
            <a:avLst/>
          </a:prstGeom>
        </p:spPr>
        <p:txBody>
          <a:bodyPr wrap="square" lIns="104498" tIns="52249" rIns="104498" bIns="52249">
            <a:spAutoFit/>
          </a:bodyPr>
          <a:lstStyle/>
          <a:p>
            <a:pPr algn="ctr">
              <a:lnSpc>
                <a:spcPct val="150000"/>
              </a:lnSpc>
              <a:defRPr/>
            </a:pPr>
            <a:r>
              <a:rPr lang="en-US" sz="3700" b="1" dirty="0">
                <a:solidFill>
                  <a:schemeClr val="bg1"/>
                </a:solidFill>
                <a:latin typeface="Times New Roman" pitchFamily="18" charset="0"/>
                <a:ea typeface="Verdana" pitchFamily="34" charset="0"/>
                <a:cs typeface="Times New Roman" pitchFamily="18" charset="0"/>
              </a:rPr>
              <a:t>About the Institute</a:t>
            </a:r>
          </a:p>
        </p:txBody>
      </p:sp>
      <p:sp>
        <p:nvSpPr>
          <p:cNvPr id="2" name="Rectangle 1"/>
          <p:cNvSpPr/>
          <p:nvPr/>
        </p:nvSpPr>
        <p:spPr>
          <a:xfrm>
            <a:off x="5945293" y="1522834"/>
            <a:ext cx="4646507" cy="4569626"/>
          </a:xfrm>
          <a:prstGeom prst="rect">
            <a:avLst/>
          </a:prstGeom>
          <a:ln>
            <a:noFill/>
          </a:ln>
        </p:spPr>
        <p:txBody>
          <a:bodyPr wrap="square" lIns="104498" tIns="52249" rIns="104498" bIns="52249">
            <a:spAutoFit/>
          </a:bodyPr>
          <a:lstStyle/>
          <a:p>
            <a:pPr marL="342900" indent="-342900" algn="just">
              <a:lnSpc>
                <a:spcPct val="107000"/>
              </a:lnSpc>
              <a:spcAft>
                <a:spcPts val="800"/>
              </a:spcAft>
              <a:buSzPct val="130000"/>
              <a:buFont typeface="Arial" panose="020B0604020202020204" pitchFamily="34" charset="0"/>
              <a:buChar char="•"/>
              <a:tabLst>
                <a:tab pos="457200" algn="l"/>
              </a:tabLst>
            </a:pPr>
            <a:r>
              <a:rPr lang="en-US" altLang="en-US" sz="2000" dirty="0">
                <a:latin typeface="Times New Roman" panose="02020603050405020304" pitchFamily="18" charset="0"/>
                <a:cs typeface="Times New Roman" panose="02020603050405020304" pitchFamily="18" charset="0"/>
              </a:rPr>
              <a:t>The system begins by collecting data from various sensors placed across the dam for water levels, detecting cracks, and rainfall.</a:t>
            </a:r>
            <a:endParaRPr lang="en-IN" altLang="en-US" sz="2000" dirty="0">
              <a:latin typeface="Times New Roman" panose="02020603050405020304" pitchFamily="18" charset="0"/>
              <a:ea typeface="Calibri" panose="020F0502020204030204" pitchFamily="34" charset="0"/>
              <a:cs typeface="Times New Roman" panose="02020603050405020304" pitchFamily="18" charset="0"/>
            </a:endParaRPr>
          </a:p>
          <a:p>
            <a:pPr marL="342900" indent="-342900" algn="just">
              <a:lnSpc>
                <a:spcPct val="107000"/>
              </a:lnSpc>
              <a:spcAft>
                <a:spcPts val="800"/>
              </a:spcAft>
              <a:buSzPct val="130000"/>
              <a:buFont typeface="Arial" panose="020B0604020202020204" pitchFamily="34" charset="0"/>
              <a:buChar char="•"/>
              <a:tabLst>
                <a:tab pos="457200" algn="l"/>
              </a:tabLst>
            </a:pPr>
            <a:r>
              <a:rPr lang="en-US" altLang="en-US" sz="2000" dirty="0">
                <a:latin typeface="Times New Roman" panose="02020603050405020304" pitchFamily="18" charset="0"/>
                <a:cs typeface="Times New Roman" panose="02020603050405020304" pitchFamily="18" charset="0"/>
              </a:rPr>
              <a:t>The laptop-based application processes images captured by the camera for crack detection. The images are analyzed to identify structural issues.</a:t>
            </a:r>
            <a:endParaRPr lang="en-IN" altLang="en-US" sz="2000" dirty="0">
              <a:latin typeface="Times New Roman" panose="02020603050405020304" pitchFamily="18" charset="0"/>
              <a:cs typeface="Calibri" panose="020F0502020204030204" pitchFamily="34" charset="0"/>
            </a:endParaRPr>
          </a:p>
          <a:p>
            <a:pPr marL="342900" indent="-342900" algn="just">
              <a:lnSpc>
                <a:spcPct val="107000"/>
              </a:lnSpc>
              <a:spcAft>
                <a:spcPts val="800"/>
              </a:spcAft>
              <a:buSzPct val="130000"/>
              <a:buFont typeface="Arial" panose="020B0604020202020204" pitchFamily="34" charset="0"/>
              <a:buChar char="•"/>
              <a:tabLst>
                <a:tab pos="457200" algn="l"/>
              </a:tabLst>
            </a:pPr>
            <a:r>
              <a:rPr lang="en-US" altLang="en-US" sz="2000" dirty="0">
                <a:latin typeface="Times New Roman" panose="02020603050405020304" pitchFamily="18" charset="0"/>
                <a:cs typeface="Times New Roman" panose="02020603050405020304" pitchFamily="18" charset="0"/>
              </a:rPr>
              <a:t>The sensor data is transmitted to ESP32 microcontrollers, which process the data and hence allows the dam gates to open or close and reads the turbidity value. </a:t>
            </a:r>
          </a:p>
        </p:txBody>
      </p:sp>
      <p:pic>
        <p:nvPicPr>
          <p:cNvPr id="12" name="Picture 11">
            <a:extLst>
              <a:ext uri="{FF2B5EF4-FFF2-40B4-BE49-F238E27FC236}">
                <a16:creationId xmlns:a16="http://schemas.microsoft.com/office/drawing/2014/main" id="{1CA3EAA7-EBE4-4ADF-9551-C1B6CF15AB70}"/>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16478" t="82535" r="12817" b="-313"/>
          <a:stretch/>
        </p:blipFill>
        <p:spPr>
          <a:xfrm>
            <a:off x="0" y="0"/>
            <a:ext cx="10972800" cy="1056640"/>
          </a:xfrm>
          <a:prstGeom prst="rect">
            <a:avLst/>
          </a:prstGeom>
        </p:spPr>
      </p:pic>
      <p:sp>
        <p:nvSpPr>
          <p:cNvPr id="14" name="TextBox 13">
            <a:extLst>
              <a:ext uri="{FF2B5EF4-FFF2-40B4-BE49-F238E27FC236}">
                <a16:creationId xmlns:a16="http://schemas.microsoft.com/office/drawing/2014/main" id="{B0000823-3D60-DC45-B1EF-29A32C704670}"/>
              </a:ext>
            </a:extLst>
          </p:cNvPr>
          <p:cNvSpPr txBox="1"/>
          <p:nvPr/>
        </p:nvSpPr>
        <p:spPr>
          <a:xfrm flipH="1">
            <a:off x="1188720" y="243841"/>
            <a:ext cx="8229600" cy="597961"/>
          </a:xfrm>
          <a:prstGeom prst="rect">
            <a:avLst/>
          </a:prstGeom>
          <a:noFill/>
          <a:ln>
            <a:noFill/>
          </a:ln>
        </p:spPr>
        <p:txBody>
          <a:bodyPr wrap="square" lIns="104498" tIns="52249" rIns="104498" bIns="52249" rtlCol="0">
            <a:spAutoFit/>
          </a:bodyPr>
          <a:lstStyle/>
          <a:p>
            <a:pPr algn="ctr"/>
            <a:r>
              <a:rPr lang="en-US" sz="3200" b="1" dirty="0">
                <a:solidFill>
                  <a:schemeClr val="bg1"/>
                </a:solidFill>
                <a:latin typeface="Times New Roman" panose="02020603050405020304" pitchFamily="18" charset="0"/>
                <a:cs typeface="Times New Roman" panose="02020603050405020304" pitchFamily="18" charset="0"/>
              </a:rPr>
              <a:t>METHODOLOGY</a:t>
            </a:r>
          </a:p>
        </p:txBody>
      </p:sp>
      <p:sp>
        <p:nvSpPr>
          <p:cNvPr id="13" name="Footer Placeholder 12"/>
          <p:cNvSpPr>
            <a:spLocks noGrp="1"/>
          </p:cNvSpPr>
          <p:nvPr>
            <p:ph type="ftr" sz="quarter" idx="11"/>
          </p:nvPr>
        </p:nvSpPr>
        <p:spPr>
          <a:xfrm>
            <a:off x="381000" y="6780107"/>
            <a:ext cx="1676400" cy="389467"/>
          </a:xfrm>
        </p:spPr>
        <p:txBody>
          <a:bodyPr/>
          <a:lstStyle/>
          <a:p>
            <a:pPr algn="l"/>
            <a:r>
              <a:rPr lang="en-US" dirty="0"/>
              <a:t>Paper Id: 182                               </a:t>
            </a:r>
          </a:p>
        </p:txBody>
      </p:sp>
      <p:pic>
        <p:nvPicPr>
          <p:cNvPr id="15" name="Picture 8" descr="D:\unnamed.jpg"/>
          <p:cNvPicPr>
            <a:picLocks noChangeAspect="1" noChangeArrowheads="1"/>
          </p:cNvPicPr>
          <p:nvPr/>
        </p:nvPicPr>
        <p:blipFill>
          <a:blip r:embed="rId4" cstate="print"/>
          <a:srcRect/>
          <a:stretch>
            <a:fillRect/>
          </a:stretch>
        </p:blipFill>
        <p:spPr bwMode="auto">
          <a:xfrm>
            <a:off x="9966960" y="1"/>
            <a:ext cx="1005840" cy="1005840"/>
          </a:xfrm>
          <a:prstGeom prst="rect">
            <a:avLst/>
          </a:prstGeom>
          <a:noFill/>
        </p:spPr>
      </p:pic>
      <p:pic>
        <p:nvPicPr>
          <p:cNvPr id="5" name="Picture 4">
            <a:extLst>
              <a:ext uri="{FF2B5EF4-FFF2-40B4-BE49-F238E27FC236}">
                <a16:creationId xmlns:a16="http://schemas.microsoft.com/office/drawing/2014/main" id="{4BD364DC-2023-E4E0-5EEA-E79682C6FDBB}"/>
              </a:ext>
            </a:extLst>
          </p:cNvPr>
          <p:cNvPicPr>
            <a:picLocks noChangeAspect="1"/>
          </p:cNvPicPr>
          <p:nvPr/>
        </p:nvPicPr>
        <p:blipFill>
          <a:blip r:embed="rId5"/>
          <a:stretch>
            <a:fillRect/>
          </a:stretch>
        </p:blipFill>
        <p:spPr>
          <a:xfrm>
            <a:off x="108815" y="1232321"/>
            <a:ext cx="5716486" cy="4566919"/>
          </a:xfrm>
          <a:prstGeom prst="rect">
            <a:avLst/>
          </a:prstGeom>
        </p:spPr>
      </p:pic>
      <p:sp>
        <p:nvSpPr>
          <p:cNvPr id="6" name="TextBox 5">
            <a:extLst>
              <a:ext uri="{FF2B5EF4-FFF2-40B4-BE49-F238E27FC236}">
                <a16:creationId xmlns:a16="http://schemas.microsoft.com/office/drawing/2014/main" id="{0A361B51-CEB8-70E7-5039-E8D9CA982AEA}"/>
              </a:ext>
            </a:extLst>
          </p:cNvPr>
          <p:cNvSpPr txBox="1"/>
          <p:nvPr/>
        </p:nvSpPr>
        <p:spPr>
          <a:xfrm>
            <a:off x="1524000" y="5996876"/>
            <a:ext cx="3352800" cy="369332"/>
          </a:xfrm>
          <a:prstGeom prst="rect">
            <a:avLst/>
          </a:prstGeom>
          <a:noFill/>
        </p:spPr>
        <p:txBody>
          <a:bodyPr wrap="square" rtlCol="0">
            <a:spAutoFit/>
          </a:bodyPr>
          <a:lstStyle/>
          <a:p>
            <a:r>
              <a:rPr lang="en-US" sz="1800" dirty="0">
                <a:latin typeface="Times New Roman" panose="02020603050405020304" pitchFamily="18" charset="0"/>
                <a:cs typeface="Times New Roman" panose="02020603050405020304" pitchFamily="18" charset="0"/>
              </a:rPr>
              <a:t>Fig 1: Block Diagram</a:t>
            </a: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78269970"/>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51" name="Rectangle 3"/>
          <p:cNvSpPr>
            <a:spLocks noGrp="1" noChangeArrowheads="1"/>
          </p:cNvSpPr>
          <p:nvPr>
            <p:ph type="subTitle" idx="1"/>
          </p:nvPr>
        </p:nvSpPr>
        <p:spPr>
          <a:xfrm>
            <a:off x="182880" y="1854200"/>
            <a:ext cx="10789920" cy="4566919"/>
          </a:xfrm>
        </p:spPr>
        <p:txBody>
          <a:bodyPr/>
          <a:lstStyle/>
          <a:p>
            <a:pPr>
              <a:lnSpc>
                <a:spcPct val="80000"/>
              </a:lnSpc>
            </a:pPr>
            <a:endParaRPr lang="en-US" sz="300" dirty="0"/>
          </a:p>
          <a:p>
            <a:pPr>
              <a:lnSpc>
                <a:spcPct val="80000"/>
              </a:lnSpc>
            </a:pPr>
            <a:endParaRPr lang="en-US" sz="300" dirty="0"/>
          </a:p>
          <a:p>
            <a:pPr>
              <a:lnSpc>
                <a:spcPct val="80000"/>
              </a:lnSpc>
            </a:pPr>
            <a:endParaRPr lang="en-US" sz="3400" dirty="0"/>
          </a:p>
        </p:txBody>
      </p:sp>
      <p:sp>
        <p:nvSpPr>
          <p:cNvPr id="3" name="Slide Number Placeholder 2"/>
          <p:cNvSpPr>
            <a:spLocks noGrp="1"/>
          </p:cNvSpPr>
          <p:nvPr>
            <p:ph type="sldNum" sz="quarter" idx="12"/>
          </p:nvPr>
        </p:nvSpPr>
        <p:spPr>
          <a:xfrm>
            <a:off x="8275320" y="6907381"/>
            <a:ext cx="2468880" cy="389467"/>
          </a:xfrm>
        </p:spPr>
        <p:txBody>
          <a:bodyPr/>
          <a:lstStyle/>
          <a:p>
            <a:fld id="{DEE1B5D3-41FC-4244-BB46-5FB8EFC09C75}" type="slidenum">
              <a:rPr lang="en-US" smtClean="0"/>
              <a:pPr/>
              <a:t>9</a:t>
            </a:fld>
            <a:r>
              <a:rPr lang="en-US" dirty="0"/>
              <a:t> of 14</a:t>
            </a:r>
          </a:p>
        </p:txBody>
      </p:sp>
      <p:sp>
        <p:nvSpPr>
          <p:cNvPr id="2057" name="Rectangle 9"/>
          <p:cNvSpPr>
            <a:spLocks noChangeArrowheads="1"/>
          </p:cNvSpPr>
          <p:nvPr/>
        </p:nvSpPr>
        <p:spPr bwMode="auto">
          <a:xfrm>
            <a:off x="914400" y="501227"/>
            <a:ext cx="8595360" cy="1625600"/>
          </a:xfrm>
          <a:prstGeom prst="rect">
            <a:avLst/>
          </a:prstGeom>
          <a:noFill/>
          <a:ln w="9525">
            <a:noFill/>
            <a:miter lim="800000"/>
            <a:headEnd/>
            <a:tailEnd/>
          </a:ln>
          <a:effectLst/>
        </p:spPr>
        <p:txBody>
          <a:bodyPr lIns="104498" tIns="52249" rIns="104498" bIns="52249" anchor="ctr"/>
          <a:lstStyle/>
          <a:p>
            <a:br>
              <a:rPr lang="en-US" sz="1800" dirty="0">
                <a:effectLst>
                  <a:outerShdw blurRad="38100" dist="38100" dir="2700000" algn="tl">
                    <a:srgbClr val="000000"/>
                  </a:outerShdw>
                </a:effectLst>
              </a:rPr>
            </a:br>
            <a:endParaRPr lang="en-US" dirty="0">
              <a:effectLst>
                <a:outerShdw blurRad="38100" dist="38100" dir="2700000" algn="tl">
                  <a:srgbClr val="000000"/>
                </a:outerShdw>
              </a:effectLst>
            </a:endParaRPr>
          </a:p>
        </p:txBody>
      </p:sp>
      <p:sp>
        <p:nvSpPr>
          <p:cNvPr id="9" name="Rectangle 8"/>
          <p:cNvSpPr/>
          <p:nvPr/>
        </p:nvSpPr>
        <p:spPr>
          <a:xfrm>
            <a:off x="2295015" y="164672"/>
            <a:ext cx="6413678" cy="959598"/>
          </a:xfrm>
          <a:prstGeom prst="rect">
            <a:avLst/>
          </a:prstGeom>
        </p:spPr>
        <p:txBody>
          <a:bodyPr wrap="square" lIns="104498" tIns="52249" rIns="104498" bIns="52249">
            <a:spAutoFit/>
          </a:bodyPr>
          <a:lstStyle/>
          <a:p>
            <a:pPr algn="ctr">
              <a:lnSpc>
                <a:spcPct val="150000"/>
              </a:lnSpc>
              <a:defRPr/>
            </a:pPr>
            <a:r>
              <a:rPr lang="en-US" sz="3700" b="1" dirty="0">
                <a:solidFill>
                  <a:schemeClr val="bg1"/>
                </a:solidFill>
                <a:latin typeface="Times New Roman" pitchFamily="18" charset="0"/>
                <a:ea typeface="Verdana" pitchFamily="34" charset="0"/>
                <a:cs typeface="Times New Roman" pitchFamily="18" charset="0"/>
              </a:rPr>
              <a:t>About the Institute</a:t>
            </a:r>
          </a:p>
        </p:txBody>
      </p:sp>
      <p:pic>
        <p:nvPicPr>
          <p:cNvPr id="12" name="Picture 11">
            <a:extLst>
              <a:ext uri="{FF2B5EF4-FFF2-40B4-BE49-F238E27FC236}">
                <a16:creationId xmlns:a16="http://schemas.microsoft.com/office/drawing/2014/main" id="{1CA3EAA7-EBE4-4ADF-9551-C1B6CF15AB70}"/>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16478" t="82535" r="12817" b="-313"/>
          <a:stretch/>
        </p:blipFill>
        <p:spPr>
          <a:xfrm>
            <a:off x="0" y="0"/>
            <a:ext cx="10972800" cy="1056640"/>
          </a:xfrm>
          <a:prstGeom prst="rect">
            <a:avLst/>
          </a:prstGeom>
        </p:spPr>
      </p:pic>
      <p:sp>
        <p:nvSpPr>
          <p:cNvPr id="14" name="TextBox 13">
            <a:extLst>
              <a:ext uri="{FF2B5EF4-FFF2-40B4-BE49-F238E27FC236}">
                <a16:creationId xmlns:a16="http://schemas.microsoft.com/office/drawing/2014/main" id="{B0000823-3D60-DC45-B1EF-29A32C704670}"/>
              </a:ext>
            </a:extLst>
          </p:cNvPr>
          <p:cNvSpPr txBox="1"/>
          <p:nvPr/>
        </p:nvSpPr>
        <p:spPr>
          <a:xfrm flipH="1">
            <a:off x="1188720" y="243841"/>
            <a:ext cx="8229600" cy="597961"/>
          </a:xfrm>
          <a:prstGeom prst="rect">
            <a:avLst/>
          </a:prstGeom>
          <a:noFill/>
          <a:ln>
            <a:noFill/>
          </a:ln>
        </p:spPr>
        <p:txBody>
          <a:bodyPr wrap="square" lIns="104498" tIns="52249" rIns="104498" bIns="52249" rtlCol="0">
            <a:spAutoFit/>
          </a:bodyPr>
          <a:lstStyle/>
          <a:p>
            <a:pPr algn="ctr"/>
            <a:r>
              <a:rPr lang="en-US" sz="3200" b="1" dirty="0">
                <a:solidFill>
                  <a:schemeClr val="bg1"/>
                </a:solidFill>
                <a:latin typeface="Times New Roman" panose="02020603050405020304" pitchFamily="18" charset="0"/>
                <a:cs typeface="Times New Roman" panose="02020603050405020304" pitchFamily="18" charset="0"/>
              </a:rPr>
              <a:t>RESULTS and DISCUSSIONS</a:t>
            </a:r>
          </a:p>
        </p:txBody>
      </p:sp>
      <p:sp>
        <p:nvSpPr>
          <p:cNvPr id="13" name="Footer Placeholder 12"/>
          <p:cNvSpPr>
            <a:spLocks noGrp="1"/>
          </p:cNvSpPr>
          <p:nvPr>
            <p:ph type="ftr" sz="quarter" idx="11"/>
          </p:nvPr>
        </p:nvSpPr>
        <p:spPr>
          <a:xfrm>
            <a:off x="228600" y="6705600"/>
            <a:ext cx="3474720" cy="389467"/>
          </a:xfrm>
        </p:spPr>
        <p:txBody>
          <a:bodyPr/>
          <a:lstStyle/>
          <a:p>
            <a:pPr algn="l"/>
            <a:r>
              <a:rPr lang="en-US" dirty="0"/>
              <a:t>Paper Id: 182                               </a:t>
            </a:r>
          </a:p>
        </p:txBody>
      </p:sp>
      <p:pic>
        <p:nvPicPr>
          <p:cNvPr id="15" name="Picture 8" descr="D:\unnamed.jpg"/>
          <p:cNvPicPr>
            <a:picLocks noChangeAspect="1" noChangeArrowheads="1"/>
          </p:cNvPicPr>
          <p:nvPr/>
        </p:nvPicPr>
        <p:blipFill>
          <a:blip r:embed="rId4" cstate="print"/>
          <a:srcRect/>
          <a:stretch>
            <a:fillRect/>
          </a:stretch>
        </p:blipFill>
        <p:spPr bwMode="auto">
          <a:xfrm>
            <a:off x="9966960" y="1"/>
            <a:ext cx="1005840" cy="1005840"/>
          </a:xfrm>
          <a:prstGeom prst="rect">
            <a:avLst/>
          </a:prstGeom>
          <a:noFill/>
        </p:spPr>
      </p:pic>
      <p:pic>
        <p:nvPicPr>
          <p:cNvPr id="4" name="Picture 3">
            <a:extLst>
              <a:ext uri="{FF2B5EF4-FFF2-40B4-BE49-F238E27FC236}">
                <a16:creationId xmlns:a16="http://schemas.microsoft.com/office/drawing/2014/main" id="{EC729079-C2BB-89B9-7183-8D05CEE5C4C4}"/>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l="20502" t="12703" r="18173"/>
          <a:stretch/>
        </p:blipFill>
        <p:spPr bwMode="auto">
          <a:xfrm>
            <a:off x="116665" y="1274962"/>
            <a:ext cx="5194852" cy="3732872"/>
          </a:xfrm>
          <a:prstGeom prst="rect">
            <a:avLst/>
          </a:prstGeom>
          <a:noFill/>
          <a:ln>
            <a:noFill/>
          </a:ln>
          <a:extLst>
            <a:ext uri="{53640926-AAD7-44D8-BBD7-CCE9431645EC}">
              <a14:shadowObscured xmlns:a14="http://schemas.microsoft.com/office/drawing/2010/main"/>
            </a:ext>
          </a:extLst>
        </p:spPr>
      </p:pic>
      <p:sp>
        <p:nvSpPr>
          <p:cNvPr id="6" name="TextBox 5">
            <a:extLst>
              <a:ext uri="{FF2B5EF4-FFF2-40B4-BE49-F238E27FC236}">
                <a16:creationId xmlns:a16="http://schemas.microsoft.com/office/drawing/2014/main" id="{99AAC425-D6C5-5E82-F689-21F867B8C62F}"/>
              </a:ext>
            </a:extLst>
          </p:cNvPr>
          <p:cNvSpPr txBox="1"/>
          <p:nvPr/>
        </p:nvSpPr>
        <p:spPr>
          <a:xfrm>
            <a:off x="249621" y="5547696"/>
            <a:ext cx="4876800" cy="1015663"/>
          </a:xfrm>
          <a:prstGeom prst="rect">
            <a:avLst/>
          </a:prstGeom>
          <a:noFill/>
        </p:spPr>
        <p:txBody>
          <a:bodyPr wrap="square">
            <a:spAutoFit/>
          </a:bodyPr>
          <a:lstStyle/>
          <a:p>
            <a:pPr algn="just"/>
            <a:r>
              <a:rPr lang="en-US" sz="2000" dirty="0">
                <a:effectLst/>
                <a:latin typeface="Times New Roman" panose="02020603050405020304" pitchFamily="18" charset="0"/>
                <a:ea typeface="SimSun" panose="02010600030101010101" pitchFamily="2" charset="-122"/>
              </a:rPr>
              <a:t>Fig. 2, shows the prototype of a dam, interfacing all the components with the microcontroller</a:t>
            </a:r>
            <a:endParaRPr lang="en-IN" sz="2000" dirty="0"/>
          </a:p>
        </p:txBody>
      </p:sp>
      <p:pic>
        <p:nvPicPr>
          <p:cNvPr id="8" name="Picture 7">
            <a:extLst>
              <a:ext uri="{FF2B5EF4-FFF2-40B4-BE49-F238E27FC236}">
                <a16:creationId xmlns:a16="http://schemas.microsoft.com/office/drawing/2014/main" id="{11A23FA3-8342-AD0B-A7B2-DDFB349AECB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655538" y="1275958"/>
            <a:ext cx="5194852" cy="3718895"/>
          </a:xfrm>
          <a:prstGeom prst="rect">
            <a:avLst/>
          </a:prstGeom>
        </p:spPr>
      </p:pic>
      <p:sp>
        <p:nvSpPr>
          <p:cNvPr id="10" name="TextBox 9">
            <a:extLst>
              <a:ext uri="{FF2B5EF4-FFF2-40B4-BE49-F238E27FC236}">
                <a16:creationId xmlns:a16="http://schemas.microsoft.com/office/drawing/2014/main" id="{2E08AF75-E377-A08A-E95A-101634332DBC}"/>
              </a:ext>
            </a:extLst>
          </p:cNvPr>
          <p:cNvSpPr txBox="1"/>
          <p:nvPr/>
        </p:nvSpPr>
        <p:spPr>
          <a:xfrm>
            <a:off x="5677894" y="5547696"/>
            <a:ext cx="5194852" cy="1015663"/>
          </a:xfrm>
          <a:prstGeom prst="rect">
            <a:avLst/>
          </a:prstGeom>
          <a:noFill/>
        </p:spPr>
        <p:txBody>
          <a:bodyPr wrap="square">
            <a:spAutoFit/>
          </a:bodyPr>
          <a:lstStyle/>
          <a:p>
            <a:pPr algn="just">
              <a:buNone/>
            </a:pPr>
            <a:r>
              <a:rPr lang="en-US" sz="2000" dirty="0">
                <a:effectLst/>
                <a:latin typeface="Times New Roman" panose="02020603050405020304" pitchFamily="18" charset="0"/>
                <a:ea typeface="SimSun" panose="02010600030101010101" pitchFamily="2" charset="-122"/>
              </a:rPr>
              <a:t>Fig. 3, Represents the Ultra sonic sensor senses the water level and releases of water from 1 gates when the level reaches 10 to 15cm.</a:t>
            </a:r>
            <a:endParaRPr lang="en-IN" sz="2000" dirty="0">
              <a:effectLst/>
              <a:latin typeface="Times New Roman" panose="02020603050405020304" pitchFamily="18" charset="0"/>
              <a:ea typeface="SimSun" panose="02010600030101010101" pitchFamily="2" charset="-122"/>
            </a:endParaRPr>
          </a:p>
        </p:txBody>
      </p:sp>
      <p:sp>
        <p:nvSpPr>
          <p:cNvPr id="11" name="TextBox 10">
            <a:extLst>
              <a:ext uri="{FF2B5EF4-FFF2-40B4-BE49-F238E27FC236}">
                <a16:creationId xmlns:a16="http://schemas.microsoft.com/office/drawing/2014/main" id="{660C2C85-2532-4D16-DDA4-DA2EEF0C5FE9}"/>
              </a:ext>
            </a:extLst>
          </p:cNvPr>
          <p:cNvSpPr txBox="1"/>
          <p:nvPr/>
        </p:nvSpPr>
        <p:spPr>
          <a:xfrm>
            <a:off x="275691" y="5076466"/>
            <a:ext cx="4876800" cy="400110"/>
          </a:xfrm>
          <a:prstGeom prst="rect">
            <a:avLst/>
          </a:prstGeom>
          <a:noFill/>
        </p:spPr>
        <p:txBody>
          <a:bodyPr wrap="square">
            <a:spAutoFit/>
          </a:bodyPr>
          <a:lstStyle/>
          <a:p>
            <a:pPr algn="just"/>
            <a:r>
              <a:rPr lang="en-US" sz="2000" dirty="0">
                <a:effectLst/>
                <a:latin typeface="Times New Roman" panose="02020603050405020304" pitchFamily="18" charset="0"/>
                <a:ea typeface="SimSun" panose="02010600030101010101" pitchFamily="2" charset="-122"/>
              </a:rPr>
              <a:t>Fig. 2, Dam Prototype</a:t>
            </a:r>
            <a:endParaRPr lang="en-IN" sz="2000" dirty="0"/>
          </a:p>
        </p:txBody>
      </p:sp>
      <p:sp>
        <p:nvSpPr>
          <p:cNvPr id="16" name="TextBox 15">
            <a:extLst>
              <a:ext uri="{FF2B5EF4-FFF2-40B4-BE49-F238E27FC236}">
                <a16:creationId xmlns:a16="http://schemas.microsoft.com/office/drawing/2014/main" id="{569DD1C8-A940-7F63-5676-D7976F44ECCB}"/>
              </a:ext>
            </a:extLst>
          </p:cNvPr>
          <p:cNvSpPr txBox="1"/>
          <p:nvPr/>
        </p:nvSpPr>
        <p:spPr>
          <a:xfrm>
            <a:off x="5212080" y="5136000"/>
            <a:ext cx="4876800" cy="369332"/>
          </a:xfrm>
          <a:prstGeom prst="rect">
            <a:avLst/>
          </a:prstGeom>
          <a:noFill/>
        </p:spPr>
        <p:txBody>
          <a:bodyPr wrap="square">
            <a:spAutoFit/>
          </a:bodyPr>
          <a:lstStyle/>
          <a:p>
            <a:pPr algn="ctr"/>
            <a:r>
              <a:rPr lang="en-US" sz="1800" dirty="0">
                <a:effectLst/>
                <a:latin typeface="Times New Roman" panose="02020603050405020304" pitchFamily="18" charset="0"/>
                <a:ea typeface="SimSun" panose="02010600030101010101" pitchFamily="2" charset="-122"/>
              </a:rPr>
              <a:t>Fig. 3: Releasing of water through 1 gate </a:t>
            </a:r>
            <a:endParaRPr lang="en-IN" sz="1800" dirty="0">
              <a:effectLst/>
              <a:latin typeface="Times New Roman" panose="02020603050405020304" pitchFamily="18" charset="0"/>
              <a:ea typeface="SimSun" panose="02010600030101010101" pitchFamily="2" charset="-122"/>
            </a:endParaRPr>
          </a:p>
        </p:txBody>
      </p:sp>
    </p:spTree>
    <p:extLst>
      <p:ext uri="{BB962C8B-B14F-4D97-AF65-F5344CB8AC3E}">
        <p14:creationId xmlns:p14="http://schemas.microsoft.com/office/powerpoint/2010/main" val="2078269970"/>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92D05E64-10C6-1CBD-B670-3AFF06C2ED62}"/>
            </a:ext>
          </a:extLst>
        </p:cNvPr>
        <p:cNvGrpSpPr/>
        <p:nvPr/>
      </p:nvGrpSpPr>
      <p:grpSpPr>
        <a:xfrm>
          <a:off x="0" y="0"/>
          <a:ext cx="0" cy="0"/>
          <a:chOff x="0" y="0"/>
          <a:chExt cx="0" cy="0"/>
        </a:xfrm>
      </p:grpSpPr>
      <p:sp>
        <p:nvSpPr>
          <p:cNvPr id="2051" name="Rectangle 3">
            <a:extLst>
              <a:ext uri="{FF2B5EF4-FFF2-40B4-BE49-F238E27FC236}">
                <a16:creationId xmlns:a16="http://schemas.microsoft.com/office/drawing/2014/main" id="{C3AD8023-DB15-F760-E21C-779CB33B15FA}"/>
              </a:ext>
            </a:extLst>
          </p:cNvPr>
          <p:cNvSpPr>
            <a:spLocks noGrp="1" noChangeArrowheads="1"/>
          </p:cNvSpPr>
          <p:nvPr>
            <p:ph type="subTitle" idx="1"/>
          </p:nvPr>
        </p:nvSpPr>
        <p:spPr>
          <a:xfrm>
            <a:off x="182880" y="1135810"/>
            <a:ext cx="10789920" cy="5285310"/>
          </a:xfrm>
        </p:spPr>
        <p:txBody>
          <a:bodyPr/>
          <a:lstStyle/>
          <a:p>
            <a:pPr>
              <a:lnSpc>
                <a:spcPct val="80000"/>
              </a:lnSpc>
            </a:pPr>
            <a:endParaRPr lang="en-US" sz="300" dirty="0"/>
          </a:p>
          <a:p>
            <a:pPr>
              <a:lnSpc>
                <a:spcPct val="80000"/>
              </a:lnSpc>
            </a:pPr>
            <a:endParaRPr lang="en-US" sz="300" dirty="0"/>
          </a:p>
          <a:p>
            <a:pPr>
              <a:lnSpc>
                <a:spcPct val="80000"/>
              </a:lnSpc>
            </a:pPr>
            <a:endParaRPr lang="en-US" sz="3400" dirty="0"/>
          </a:p>
        </p:txBody>
      </p:sp>
      <p:sp>
        <p:nvSpPr>
          <p:cNvPr id="3" name="Slide Number Placeholder 2">
            <a:extLst>
              <a:ext uri="{FF2B5EF4-FFF2-40B4-BE49-F238E27FC236}">
                <a16:creationId xmlns:a16="http://schemas.microsoft.com/office/drawing/2014/main" id="{B67F5101-F8E9-52E9-1746-8E23C4CB9400}"/>
              </a:ext>
            </a:extLst>
          </p:cNvPr>
          <p:cNvSpPr>
            <a:spLocks noGrp="1"/>
          </p:cNvSpPr>
          <p:nvPr>
            <p:ph type="sldNum" sz="quarter" idx="12"/>
          </p:nvPr>
        </p:nvSpPr>
        <p:spPr>
          <a:xfrm>
            <a:off x="8275320" y="6907381"/>
            <a:ext cx="2468880" cy="389467"/>
          </a:xfrm>
        </p:spPr>
        <p:txBody>
          <a:bodyPr/>
          <a:lstStyle/>
          <a:p>
            <a:fld id="{DEE1B5D3-41FC-4244-BB46-5FB8EFC09C75}" type="slidenum">
              <a:rPr lang="en-US" smtClean="0"/>
              <a:pPr/>
              <a:t>10</a:t>
            </a:fld>
            <a:r>
              <a:rPr lang="en-US" dirty="0"/>
              <a:t> of 14</a:t>
            </a:r>
          </a:p>
        </p:txBody>
      </p:sp>
      <p:sp>
        <p:nvSpPr>
          <p:cNvPr id="2057" name="Rectangle 9">
            <a:extLst>
              <a:ext uri="{FF2B5EF4-FFF2-40B4-BE49-F238E27FC236}">
                <a16:creationId xmlns:a16="http://schemas.microsoft.com/office/drawing/2014/main" id="{2E3D1B43-74B6-AF56-CD75-1E8311147BAE}"/>
              </a:ext>
            </a:extLst>
          </p:cNvPr>
          <p:cNvSpPr>
            <a:spLocks noChangeArrowheads="1"/>
          </p:cNvSpPr>
          <p:nvPr/>
        </p:nvSpPr>
        <p:spPr bwMode="auto">
          <a:xfrm>
            <a:off x="914400" y="501227"/>
            <a:ext cx="8595360" cy="1625600"/>
          </a:xfrm>
          <a:prstGeom prst="rect">
            <a:avLst/>
          </a:prstGeom>
          <a:noFill/>
          <a:ln w="9525">
            <a:noFill/>
            <a:miter lim="800000"/>
            <a:headEnd/>
            <a:tailEnd/>
          </a:ln>
          <a:effectLst/>
        </p:spPr>
        <p:txBody>
          <a:bodyPr lIns="104498" tIns="52249" rIns="104498" bIns="52249" anchor="ctr"/>
          <a:lstStyle/>
          <a:p>
            <a:br>
              <a:rPr lang="en-US" sz="1800" dirty="0">
                <a:effectLst>
                  <a:outerShdw blurRad="38100" dist="38100" dir="2700000" algn="tl">
                    <a:srgbClr val="000000"/>
                  </a:outerShdw>
                </a:effectLst>
              </a:rPr>
            </a:br>
            <a:endParaRPr lang="en-US" dirty="0">
              <a:effectLst>
                <a:outerShdw blurRad="38100" dist="38100" dir="2700000" algn="tl">
                  <a:srgbClr val="000000"/>
                </a:outerShdw>
              </a:effectLst>
            </a:endParaRPr>
          </a:p>
        </p:txBody>
      </p:sp>
      <p:sp>
        <p:nvSpPr>
          <p:cNvPr id="9" name="Rectangle 8">
            <a:extLst>
              <a:ext uri="{FF2B5EF4-FFF2-40B4-BE49-F238E27FC236}">
                <a16:creationId xmlns:a16="http://schemas.microsoft.com/office/drawing/2014/main" id="{775796E4-FE33-4300-4C68-53B112A795FF}"/>
              </a:ext>
            </a:extLst>
          </p:cNvPr>
          <p:cNvSpPr/>
          <p:nvPr/>
        </p:nvSpPr>
        <p:spPr>
          <a:xfrm>
            <a:off x="2295015" y="164672"/>
            <a:ext cx="6413678" cy="959598"/>
          </a:xfrm>
          <a:prstGeom prst="rect">
            <a:avLst/>
          </a:prstGeom>
        </p:spPr>
        <p:txBody>
          <a:bodyPr wrap="square" lIns="104498" tIns="52249" rIns="104498" bIns="52249">
            <a:spAutoFit/>
          </a:bodyPr>
          <a:lstStyle/>
          <a:p>
            <a:pPr algn="ctr">
              <a:lnSpc>
                <a:spcPct val="150000"/>
              </a:lnSpc>
              <a:defRPr/>
            </a:pPr>
            <a:r>
              <a:rPr lang="en-US" sz="3700" b="1" dirty="0">
                <a:solidFill>
                  <a:schemeClr val="bg1"/>
                </a:solidFill>
                <a:latin typeface="Times New Roman" pitchFamily="18" charset="0"/>
                <a:ea typeface="Verdana" pitchFamily="34" charset="0"/>
                <a:cs typeface="Times New Roman" pitchFamily="18" charset="0"/>
              </a:rPr>
              <a:t>About the Institute</a:t>
            </a:r>
          </a:p>
        </p:txBody>
      </p:sp>
      <p:pic>
        <p:nvPicPr>
          <p:cNvPr id="12" name="Picture 11">
            <a:extLst>
              <a:ext uri="{FF2B5EF4-FFF2-40B4-BE49-F238E27FC236}">
                <a16:creationId xmlns:a16="http://schemas.microsoft.com/office/drawing/2014/main" id="{56C5B158-BB14-0D26-4238-063D09B0C660}"/>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16478" t="82535" r="12817" b="-313"/>
          <a:stretch/>
        </p:blipFill>
        <p:spPr>
          <a:xfrm>
            <a:off x="0" y="0"/>
            <a:ext cx="10972800" cy="1056640"/>
          </a:xfrm>
          <a:prstGeom prst="rect">
            <a:avLst/>
          </a:prstGeom>
        </p:spPr>
      </p:pic>
      <p:sp>
        <p:nvSpPr>
          <p:cNvPr id="14" name="TextBox 13">
            <a:extLst>
              <a:ext uri="{FF2B5EF4-FFF2-40B4-BE49-F238E27FC236}">
                <a16:creationId xmlns:a16="http://schemas.microsoft.com/office/drawing/2014/main" id="{8FE40852-46D2-4D55-ACD4-FB65F1381FE0}"/>
              </a:ext>
            </a:extLst>
          </p:cNvPr>
          <p:cNvSpPr txBox="1"/>
          <p:nvPr/>
        </p:nvSpPr>
        <p:spPr>
          <a:xfrm flipH="1">
            <a:off x="1188720" y="243841"/>
            <a:ext cx="8229600" cy="597961"/>
          </a:xfrm>
          <a:prstGeom prst="rect">
            <a:avLst/>
          </a:prstGeom>
          <a:noFill/>
          <a:ln>
            <a:noFill/>
          </a:ln>
        </p:spPr>
        <p:txBody>
          <a:bodyPr wrap="square" lIns="104498" tIns="52249" rIns="104498" bIns="52249" rtlCol="0">
            <a:spAutoFit/>
          </a:bodyPr>
          <a:lstStyle/>
          <a:p>
            <a:pPr algn="ctr"/>
            <a:r>
              <a:rPr lang="en-US" sz="3200" b="1" dirty="0">
                <a:solidFill>
                  <a:schemeClr val="bg1"/>
                </a:solidFill>
                <a:latin typeface="Times New Roman" panose="02020603050405020304" pitchFamily="18" charset="0"/>
                <a:cs typeface="Times New Roman" panose="02020603050405020304" pitchFamily="18" charset="0"/>
              </a:rPr>
              <a:t>RESULTS and DISCUSSIONS</a:t>
            </a:r>
          </a:p>
        </p:txBody>
      </p:sp>
      <p:sp>
        <p:nvSpPr>
          <p:cNvPr id="13" name="Footer Placeholder 12">
            <a:extLst>
              <a:ext uri="{FF2B5EF4-FFF2-40B4-BE49-F238E27FC236}">
                <a16:creationId xmlns:a16="http://schemas.microsoft.com/office/drawing/2014/main" id="{A03840EA-19AC-BD74-F72F-89E56E79A6D3}"/>
              </a:ext>
            </a:extLst>
          </p:cNvPr>
          <p:cNvSpPr>
            <a:spLocks noGrp="1"/>
          </p:cNvSpPr>
          <p:nvPr>
            <p:ph type="ftr" sz="quarter" idx="11"/>
          </p:nvPr>
        </p:nvSpPr>
        <p:spPr>
          <a:xfrm>
            <a:off x="233592" y="6837901"/>
            <a:ext cx="3474720" cy="389467"/>
          </a:xfrm>
        </p:spPr>
        <p:txBody>
          <a:bodyPr/>
          <a:lstStyle/>
          <a:p>
            <a:pPr algn="l"/>
            <a:r>
              <a:rPr lang="en-US" dirty="0"/>
              <a:t>Paper Id: 182                               </a:t>
            </a:r>
          </a:p>
        </p:txBody>
      </p:sp>
      <p:pic>
        <p:nvPicPr>
          <p:cNvPr id="15" name="Picture 8" descr="D:\unnamed.jpg">
            <a:extLst>
              <a:ext uri="{FF2B5EF4-FFF2-40B4-BE49-F238E27FC236}">
                <a16:creationId xmlns:a16="http://schemas.microsoft.com/office/drawing/2014/main" id="{9EC44836-AA73-599C-C1D7-2D8D4D87E02F}"/>
              </a:ext>
            </a:extLst>
          </p:cNvPr>
          <p:cNvPicPr>
            <a:picLocks noChangeAspect="1" noChangeArrowheads="1"/>
          </p:cNvPicPr>
          <p:nvPr/>
        </p:nvPicPr>
        <p:blipFill>
          <a:blip r:embed="rId4" cstate="print"/>
          <a:srcRect/>
          <a:stretch>
            <a:fillRect/>
          </a:stretch>
        </p:blipFill>
        <p:spPr bwMode="auto">
          <a:xfrm>
            <a:off x="9966960" y="1"/>
            <a:ext cx="1005840" cy="1005840"/>
          </a:xfrm>
          <a:prstGeom prst="rect">
            <a:avLst/>
          </a:prstGeom>
          <a:noFill/>
        </p:spPr>
      </p:pic>
      <p:sp>
        <p:nvSpPr>
          <p:cNvPr id="6" name="TextBox 5">
            <a:extLst>
              <a:ext uri="{FF2B5EF4-FFF2-40B4-BE49-F238E27FC236}">
                <a16:creationId xmlns:a16="http://schemas.microsoft.com/office/drawing/2014/main" id="{F2A955A5-C9F4-DF98-57D1-4B194C40E65C}"/>
              </a:ext>
            </a:extLst>
          </p:cNvPr>
          <p:cNvSpPr txBox="1"/>
          <p:nvPr/>
        </p:nvSpPr>
        <p:spPr>
          <a:xfrm>
            <a:off x="320040" y="5160677"/>
            <a:ext cx="5257800" cy="1569660"/>
          </a:xfrm>
          <a:prstGeom prst="rect">
            <a:avLst/>
          </a:prstGeom>
          <a:noFill/>
        </p:spPr>
        <p:txBody>
          <a:bodyPr wrap="square">
            <a:spAutoFit/>
          </a:bodyPr>
          <a:lstStyle/>
          <a:p>
            <a:pPr algn="just"/>
            <a:r>
              <a:rPr lang="en-US" sz="2400" dirty="0">
                <a:effectLst/>
                <a:latin typeface="Times New Roman" panose="02020603050405020304" pitchFamily="18" charset="0"/>
                <a:ea typeface="SimSun" panose="02010600030101010101" pitchFamily="2" charset="-122"/>
              </a:rPr>
              <a:t>Fig. 5, shows the Ultra sonic sensor senses the water level and releases of water from 2 gates when the level reaches 5 to 9cm giving a buzzer in prior.</a:t>
            </a:r>
            <a:endParaRPr lang="en-IN" dirty="0"/>
          </a:p>
        </p:txBody>
      </p:sp>
      <p:pic>
        <p:nvPicPr>
          <p:cNvPr id="2" name="Picture 1">
            <a:extLst>
              <a:ext uri="{FF2B5EF4-FFF2-40B4-BE49-F238E27FC236}">
                <a16:creationId xmlns:a16="http://schemas.microsoft.com/office/drawing/2014/main" id="{B8B8F4F2-67C4-45F0-70E6-AF2DB8C11D7A}"/>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l="11316" t="17935" r="5202"/>
          <a:stretch/>
        </p:blipFill>
        <p:spPr bwMode="auto">
          <a:xfrm>
            <a:off x="390197" y="1139118"/>
            <a:ext cx="4619297" cy="3615374"/>
          </a:xfrm>
          <a:prstGeom prst="rect">
            <a:avLst/>
          </a:prstGeom>
          <a:noFill/>
          <a:ln>
            <a:noFill/>
          </a:ln>
          <a:extLst>
            <a:ext uri="{53640926-AAD7-44D8-BBD7-CCE9431645EC}">
              <a14:shadowObscured xmlns:a14="http://schemas.microsoft.com/office/drawing/2010/main"/>
            </a:ext>
          </a:extLst>
        </p:spPr>
      </p:pic>
      <p:pic>
        <p:nvPicPr>
          <p:cNvPr id="11" name="Picture 10">
            <a:extLst>
              <a:ext uri="{FF2B5EF4-FFF2-40B4-BE49-F238E27FC236}">
                <a16:creationId xmlns:a16="http://schemas.microsoft.com/office/drawing/2014/main" id="{D4C20242-28C2-E8A9-FF7A-B745710B26C9}"/>
              </a:ext>
            </a:extLst>
          </p:cNvPr>
          <p:cNvPicPr>
            <a:picLocks noChangeAspect="1"/>
          </p:cNvPicPr>
          <p:nvPr/>
        </p:nvPicPr>
        <p:blipFill rotWithShape="1">
          <a:blip r:embed="rId6" cstate="print">
            <a:extLst>
              <a:ext uri="{28A0092B-C50C-407E-A947-70E740481C1C}">
                <a14:useLocalDpi xmlns:a14="http://schemas.microsoft.com/office/drawing/2010/main" val="0"/>
              </a:ext>
            </a:extLst>
          </a:blip>
          <a:srcRect l="16656" t="16046" r="10936"/>
          <a:stretch/>
        </p:blipFill>
        <p:spPr bwMode="auto">
          <a:xfrm>
            <a:off x="5279872" y="1131150"/>
            <a:ext cx="5250180" cy="3612746"/>
          </a:xfrm>
          <a:prstGeom prst="rect">
            <a:avLst/>
          </a:prstGeom>
          <a:noFill/>
          <a:ln>
            <a:noFill/>
          </a:ln>
          <a:extLst>
            <a:ext uri="{53640926-AAD7-44D8-BBD7-CCE9431645EC}">
              <a14:shadowObscured xmlns:a14="http://schemas.microsoft.com/office/drawing/2010/main"/>
            </a:ext>
          </a:extLst>
        </p:spPr>
      </p:pic>
      <p:sp>
        <p:nvSpPr>
          <p:cNvPr id="17" name="TextBox 16">
            <a:extLst>
              <a:ext uri="{FF2B5EF4-FFF2-40B4-BE49-F238E27FC236}">
                <a16:creationId xmlns:a16="http://schemas.microsoft.com/office/drawing/2014/main" id="{6108F1F4-122D-80D7-0202-85F599446538}"/>
              </a:ext>
            </a:extLst>
          </p:cNvPr>
          <p:cNvSpPr txBox="1"/>
          <p:nvPr/>
        </p:nvSpPr>
        <p:spPr>
          <a:xfrm>
            <a:off x="5394961" y="4826149"/>
            <a:ext cx="4489494" cy="738664"/>
          </a:xfrm>
          <a:prstGeom prst="rect">
            <a:avLst/>
          </a:prstGeom>
          <a:noFill/>
        </p:spPr>
        <p:txBody>
          <a:bodyPr wrap="square">
            <a:spAutoFit/>
          </a:bodyPr>
          <a:lstStyle/>
          <a:p>
            <a:pPr algn="ctr">
              <a:buNone/>
            </a:pPr>
            <a:r>
              <a:rPr lang="en-US" sz="1800" dirty="0">
                <a:effectLst/>
                <a:latin typeface="Times New Roman" panose="02020603050405020304" pitchFamily="18" charset="0"/>
                <a:ea typeface="SimSun" panose="02010600030101010101" pitchFamily="2" charset="-122"/>
              </a:rPr>
              <a:t>Fig. 6: Releasing of water through 3 gates </a:t>
            </a:r>
            <a:endParaRPr lang="en-IN" sz="2400" dirty="0">
              <a:latin typeface="Times New Roman" panose="02020603050405020304" pitchFamily="18" charset="0"/>
              <a:ea typeface="SimSun" panose="02010600030101010101" pitchFamily="2" charset="-122"/>
            </a:endParaRPr>
          </a:p>
          <a:p>
            <a:pPr algn="just"/>
            <a:r>
              <a:rPr lang="en-US" sz="2400" dirty="0">
                <a:effectLst/>
                <a:latin typeface="Times New Roman" panose="02020603050405020304" pitchFamily="18" charset="0"/>
                <a:ea typeface="SimSun" panose="02010600030101010101" pitchFamily="2" charset="-122"/>
              </a:rPr>
              <a:t> </a:t>
            </a:r>
            <a:endParaRPr lang="en-IN" sz="2400" dirty="0">
              <a:effectLst/>
              <a:latin typeface="Times New Roman" panose="02020603050405020304" pitchFamily="18" charset="0"/>
              <a:ea typeface="SimSun" panose="02010600030101010101" pitchFamily="2" charset="-122"/>
            </a:endParaRPr>
          </a:p>
        </p:txBody>
      </p:sp>
      <p:sp>
        <p:nvSpPr>
          <p:cNvPr id="19" name="TextBox 18">
            <a:extLst>
              <a:ext uri="{FF2B5EF4-FFF2-40B4-BE49-F238E27FC236}">
                <a16:creationId xmlns:a16="http://schemas.microsoft.com/office/drawing/2014/main" id="{A4BF10F3-E11A-7824-4F8B-D72C8997169E}"/>
              </a:ext>
            </a:extLst>
          </p:cNvPr>
          <p:cNvSpPr txBox="1"/>
          <p:nvPr/>
        </p:nvSpPr>
        <p:spPr>
          <a:xfrm>
            <a:off x="175522" y="4810052"/>
            <a:ext cx="5486400" cy="369332"/>
          </a:xfrm>
          <a:prstGeom prst="rect">
            <a:avLst/>
          </a:prstGeom>
          <a:noFill/>
        </p:spPr>
        <p:txBody>
          <a:bodyPr wrap="square">
            <a:spAutoFit/>
          </a:bodyPr>
          <a:lstStyle/>
          <a:p>
            <a:pPr marL="182880" indent="-182880" algn="ctr">
              <a:spcBef>
                <a:spcPts val="600"/>
              </a:spcBef>
              <a:spcAft>
                <a:spcPts val="300"/>
              </a:spcAft>
              <a:tabLst>
                <a:tab pos="144145" algn="l"/>
                <a:tab pos="457200" algn="l"/>
              </a:tabLst>
            </a:pPr>
            <a:r>
              <a:rPr lang="en-US" sz="1800" i="0" dirty="0">
                <a:effectLst/>
                <a:latin typeface="Times New Roman" panose="02020603050405020304" pitchFamily="18" charset="0"/>
                <a:ea typeface="SimSun" panose="02010600030101010101" pitchFamily="2" charset="-122"/>
              </a:rPr>
              <a:t>Fig. </a:t>
            </a:r>
            <a:r>
              <a:rPr lang="en-US" sz="1800" dirty="0">
                <a:latin typeface="Times New Roman" panose="02020603050405020304" pitchFamily="18" charset="0"/>
                <a:ea typeface="SimSun" panose="02010600030101010101" pitchFamily="2" charset="-122"/>
              </a:rPr>
              <a:t>5</a:t>
            </a:r>
            <a:r>
              <a:rPr lang="en-US" sz="1800" i="0" dirty="0">
                <a:effectLst/>
                <a:latin typeface="Times New Roman" panose="02020603050405020304" pitchFamily="18" charset="0"/>
                <a:ea typeface="SimSun" panose="02010600030101010101" pitchFamily="2" charset="-122"/>
              </a:rPr>
              <a:t>: </a:t>
            </a:r>
            <a:r>
              <a:rPr lang="en-US" sz="1800" dirty="0">
                <a:latin typeface="Times New Roman" panose="02020603050405020304" pitchFamily="18" charset="0"/>
                <a:ea typeface="SimSun" panose="02010600030101010101" pitchFamily="2" charset="-122"/>
              </a:rPr>
              <a:t>Releasing water through 2 gates</a:t>
            </a:r>
            <a:r>
              <a:rPr lang="en-US" sz="1800" i="0" dirty="0">
                <a:effectLst/>
                <a:latin typeface="Times New Roman" panose="02020603050405020304" pitchFamily="18" charset="0"/>
                <a:ea typeface="SimSun" panose="02010600030101010101" pitchFamily="2" charset="-122"/>
              </a:rPr>
              <a:t>.</a:t>
            </a:r>
            <a:endParaRPr lang="en-IN" sz="2400" i="1" dirty="0">
              <a:effectLst/>
              <a:latin typeface="Times New Roman" panose="02020603050405020304" pitchFamily="18" charset="0"/>
              <a:ea typeface="SimSun" panose="02010600030101010101" pitchFamily="2" charset="-122"/>
            </a:endParaRPr>
          </a:p>
        </p:txBody>
      </p:sp>
      <p:sp>
        <p:nvSpPr>
          <p:cNvPr id="21" name="TextBox 20">
            <a:extLst>
              <a:ext uri="{FF2B5EF4-FFF2-40B4-BE49-F238E27FC236}">
                <a16:creationId xmlns:a16="http://schemas.microsoft.com/office/drawing/2014/main" id="{7F815653-5208-251E-E5F7-5BD2154B6599}"/>
              </a:ext>
            </a:extLst>
          </p:cNvPr>
          <p:cNvSpPr txBox="1"/>
          <p:nvPr/>
        </p:nvSpPr>
        <p:spPr>
          <a:xfrm>
            <a:off x="5631944" y="5163618"/>
            <a:ext cx="5286752" cy="1569660"/>
          </a:xfrm>
          <a:prstGeom prst="rect">
            <a:avLst/>
          </a:prstGeom>
          <a:noFill/>
        </p:spPr>
        <p:txBody>
          <a:bodyPr wrap="square">
            <a:spAutoFit/>
          </a:bodyPr>
          <a:lstStyle/>
          <a:p>
            <a:pPr algn="just">
              <a:buNone/>
            </a:pPr>
            <a:r>
              <a:rPr lang="en-US" sz="2400" dirty="0">
                <a:effectLst/>
                <a:latin typeface="Times New Roman" panose="02020603050405020304" pitchFamily="18" charset="0"/>
                <a:ea typeface="SimSun" panose="02010600030101010101" pitchFamily="2" charset="-122"/>
              </a:rPr>
              <a:t>Fig. </a:t>
            </a:r>
            <a:r>
              <a:rPr lang="en-US" sz="2400" dirty="0">
                <a:latin typeface="Times New Roman" panose="02020603050405020304" pitchFamily="18" charset="0"/>
                <a:ea typeface="SimSun" panose="02010600030101010101" pitchFamily="2" charset="-122"/>
              </a:rPr>
              <a:t>6,shows</a:t>
            </a:r>
            <a:r>
              <a:rPr lang="en-US" sz="2400" dirty="0">
                <a:effectLst/>
                <a:latin typeface="Times New Roman" panose="02020603050405020304" pitchFamily="18" charset="0"/>
                <a:ea typeface="SimSun" panose="02010600030101010101" pitchFamily="2" charset="-122"/>
              </a:rPr>
              <a:t> the Ultra sonic sensor senses the water level and releases of water from 3 gates when the level reaches 0 to 4cm giving a buzzer in prior.</a:t>
            </a:r>
            <a:endParaRPr lang="en-IN" sz="2400" dirty="0">
              <a:effectLst/>
              <a:latin typeface="Times New Roman" panose="02020603050405020304" pitchFamily="18" charset="0"/>
              <a:ea typeface="SimSun" panose="02010600030101010101" pitchFamily="2" charset="-122"/>
            </a:endParaRPr>
          </a:p>
        </p:txBody>
      </p:sp>
    </p:spTree>
    <p:extLst>
      <p:ext uri="{BB962C8B-B14F-4D97-AF65-F5344CB8AC3E}">
        <p14:creationId xmlns:p14="http://schemas.microsoft.com/office/powerpoint/2010/main" val="1376488872"/>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8968BF6E-977C-B54B-355A-86133D8AD8BD}"/>
            </a:ext>
          </a:extLst>
        </p:cNvPr>
        <p:cNvGrpSpPr/>
        <p:nvPr/>
      </p:nvGrpSpPr>
      <p:grpSpPr>
        <a:xfrm>
          <a:off x="0" y="0"/>
          <a:ext cx="0" cy="0"/>
          <a:chOff x="0" y="0"/>
          <a:chExt cx="0" cy="0"/>
        </a:xfrm>
      </p:grpSpPr>
      <p:sp>
        <p:nvSpPr>
          <p:cNvPr id="2051" name="Rectangle 3">
            <a:extLst>
              <a:ext uri="{FF2B5EF4-FFF2-40B4-BE49-F238E27FC236}">
                <a16:creationId xmlns:a16="http://schemas.microsoft.com/office/drawing/2014/main" id="{FDD418F2-6255-BD56-E0A2-EBE631F1C98C}"/>
              </a:ext>
            </a:extLst>
          </p:cNvPr>
          <p:cNvSpPr>
            <a:spLocks noGrp="1" noChangeArrowheads="1"/>
          </p:cNvSpPr>
          <p:nvPr>
            <p:ph type="subTitle" idx="1"/>
          </p:nvPr>
        </p:nvSpPr>
        <p:spPr>
          <a:xfrm>
            <a:off x="182880" y="1135810"/>
            <a:ext cx="10789920" cy="5285310"/>
          </a:xfrm>
        </p:spPr>
        <p:txBody>
          <a:bodyPr/>
          <a:lstStyle/>
          <a:p>
            <a:pPr>
              <a:lnSpc>
                <a:spcPct val="80000"/>
              </a:lnSpc>
            </a:pPr>
            <a:endParaRPr lang="en-US" sz="300" dirty="0"/>
          </a:p>
          <a:p>
            <a:pPr>
              <a:lnSpc>
                <a:spcPct val="80000"/>
              </a:lnSpc>
            </a:pPr>
            <a:endParaRPr lang="en-US" sz="300" dirty="0"/>
          </a:p>
          <a:p>
            <a:pPr>
              <a:lnSpc>
                <a:spcPct val="80000"/>
              </a:lnSpc>
            </a:pPr>
            <a:endParaRPr lang="en-US" sz="3400" dirty="0"/>
          </a:p>
        </p:txBody>
      </p:sp>
      <p:sp>
        <p:nvSpPr>
          <p:cNvPr id="3" name="Slide Number Placeholder 2">
            <a:extLst>
              <a:ext uri="{FF2B5EF4-FFF2-40B4-BE49-F238E27FC236}">
                <a16:creationId xmlns:a16="http://schemas.microsoft.com/office/drawing/2014/main" id="{F6B924E7-23D9-FEA9-8D9B-48E4C19484EC}"/>
              </a:ext>
            </a:extLst>
          </p:cNvPr>
          <p:cNvSpPr>
            <a:spLocks noGrp="1"/>
          </p:cNvSpPr>
          <p:nvPr>
            <p:ph type="sldNum" sz="quarter" idx="12"/>
          </p:nvPr>
        </p:nvSpPr>
        <p:spPr>
          <a:xfrm>
            <a:off x="8275320" y="6907381"/>
            <a:ext cx="2468880" cy="389467"/>
          </a:xfrm>
        </p:spPr>
        <p:txBody>
          <a:bodyPr/>
          <a:lstStyle/>
          <a:p>
            <a:fld id="{DEE1B5D3-41FC-4244-BB46-5FB8EFC09C75}" type="slidenum">
              <a:rPr lang="en-US" smtClean="0"/>
              <a:pPr/>
              <a:t>11</a:t>
            </a:fld>
            <a:r>
              <a:rPr lang="en-US" dirty="0"/>
              <a:t> of 14</a:t>
            </a:r>
          </a:p>
        </p:txBody>
      </p:sp>
      <p:sp>
        <p:nvSpPr>
          <p:cNvPr id="2057" name="Rectangle 9">
            <a:extLst>
              <a:ext uri="{FF2B5EF4-FFF2-40B4-BE49-F238E27FC236}">
                <a16:creationId xmlns:a16="http://schemas.microsoft.com/office/drawing/2014/main" id="{A127F764-0D8F-B5F4-9A2C-880427D7326F}"/>
              </a:ext>
            </a:extLst>
          </p:cNvPr>
          <p:cNvSpPr>
            <a:spLocks noChangeArrowheads="1"/>
          </p:cNvSpPr>
          <p:nvPr/>
        </p:nvSpPr>
        <p:spPr bwMode="auto">
          <a:xfrm>
            <a:off x="914400" y="501227"/>
            <a:ext cx="8595360" cy="1625600"/>
          </a:xfrm>
          <a:prstGeom prst="rect">
            <a:avLst/>
          </a:prstGeom>
          <a:noFill/>
          <a:ln w="9525">
            <a:noFill/>
            <a:miter lim="800000"/>
            <a:headEnd/>
            <a:tailEnd/>
          </a:ln>
          <a:effectLst/>
        </p:spPr>
        <p:txBody>
          <a:bodyPr lIns="104498" tIns="52249" rIns="104498" bIns="52249" anchor="ctr"/>
          <a:lstStyle/>
          <a:p>
            <a:br>
              <a:rPr lang="en-US" sz="1800" dirty="0">
                <a:effectLst>
                  <a:outerShdw blurRad="38100" dist="38100" dir="2700000" algn="tl">
                    <a:srgbClr val="000000"/>
                  </a:outerShdw>
                </a:effectLst>
              </a:rPr>
            </a:br>
            <a:endParaRPr lang="en-US" dirty="0">
              <a:effectLst>
                <a:outerShdw blurRad="38100" dist="38100" dir="2700000" algn="tl">
                  <a:srgbClr val="000000"/>
                </a:outerShdw>
              </a:effectLst>
            </a:endParaRPr>
          </a:p>
        </p:txBody>
      </p:sp>
      <p:sp>
        <p:nvSpPr>
          <p:cNvPr id="9" name="Rectangle 8">
            <a:extLst>
              <a:ext uri="{FF2B5EF4-FFF2-40B4-BE49-F238E27FC236}">
                <a16:creationId xmlns:a16="http://schemas.microsoft.com/office/drawing/2014/main" id="{85EB89EE-192D-CADE-4072-2B886AAEAD1D}"/>
              </a:ext>
            </a:extLst>
          </p:cNvPr>
          <p:cNvSpPr/>
          <p:nvPr/>
        </p:nvSpPr>
        <p:spPr>
          <a:xfrm>
            <a:off x="2295015" y="164672"/>
            <a:ext cx="6413678" cy="959598"/>
          </a:xfrm>
          <a:prstGeom prst="rect">
            <a:avLst/>
          </a:prstGeom>
        </p:spPr>
        <p:txBody>
          <a:bodyPr wrap="square" lIns="104498" tIns="52249" rIns="104498" bIns="52249">
            <a:spAutoFit/>
          </a:bodyPr>
          <a:lstStyle/>
          <a:p>
            <a:pPr algn="ctr">
              <a:lnSpc>
                <a:spcPct val="150000"/>
              </a:lnSpc>
              <a:defRPr/>
            </a:pPr>
            <a:r>
              <a:rPr lang="en-US" sz="3700" b="1" dirty="0">
                <a:solidFill>
                  <a:schemeClr val="bg1"/>
                </a:solidFill>
                <a:latin typeface="Times New Roman" pitchFamily="18" charset="0"/>
                <a:ea typeface="Verdana" pitchFamily="34" charset="0"/>
                <a:cs typeface="Times New Roman" pitchFamily="18" charset="0"/>
              </a:rPr>
              <a:t>About the Institute</a:t>
            </a:r>
          </a:p>
        </p:txBody>
      </p:sp>
      <p:pic>
        <p:nvPicPr>
          <p:cNvPr id="12" name="Picture 11">
            <a:extLst>
              <a:ext uri="{FF2B5EF4-FFF2-40B4-BE49-F238E27FC236}">
                <a16:creationId xmlns:a16="http://schemas.microsoft.com/office/drawing/2014/main" id="{182E97A3-8847-AE37-A516-C4790DBF5DE3}"/>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16478" t="82535" r="12817" b="-313"/>
          <a:stretch/>
        </p:blipFill>
        <p:spPr>
          <a:xfrm>
            <a:off x="0" y="0"/>
            <a:ext cx="10972800" cy="1056640"/>
          </a:xfrm>
          <a:prstGeom prst="rect">
            <a:avLst/>
          </a:prstGeom>
        </p:spPr>
      </p:pic>
      <p:sp>
        <p:nvSpPr>
          <p:cNvPr id="14" name="TextBox 13">
            <a:extLst>
              <a:ext uri="{FF2B5EF4-FFF2-40B4-BE49-F238E27FC236}">
                <a16:creationId xmlns:a16="http://schemas.microsoft.com/office/drawing/2014/main" id="{2749F4A8-416C-F0FF-47A8-030C48F9D0F0}"/>
              </a:ext>
            </a:extLst>
          </p:cNvPr>
          <p:cNvSpPr txBox="1"/>
          <p:nvPr/>
        </p:nvSpPr>
        <p:spPr>
          <a:xfrm flipH="1">
            <a:off x="1188720" y="243841"/>
            <a:ext cx="8229600" cy="597961"/>
          </a:xfrm>
          <a:prstGeom prst="rect">
            <a:avLst/>
          </a:prstGeom>
          <a:noFill/>
          <a:ln>
            <a:noFill/>
          </a:ln>
        </p:spPr>
        <p:txBody>
          <a:bodyPr wrap="square" lIns="104498" tIns="52249" rIns="104498" bIns="52249" rtlCol="0">
            <a:spAutoFit/>
          </a:bodyPr>
          <a:lstStyle/>
          <a:p>
            <a:pPr algn="ctr"/>
            <a:r>
              <a:rPr lang="en-US" sz="3200" b="1" dirty="0">
                <a:solidFill>
                  <a:schemeClr val="bg1"/>
                </a:solidFill>
                <a:latin typeface="Times New Roman" panose="02020603050405020304" pitchFamily="18" charset="0"/>
                <a:cs typeface="Times New Roman" panose="02020603050405020304" pitchFamily="18" charset="0"/>
              </a:rPr>
              <a:t>RESULTS and DISCUSSIONS</a:t>
            </a:r>
          </a:p>
        </p:txBody>
      </p:sp>
      <p:sp>
        <p:nvSpPr>
          <p:cNvPr id="13" name="Footer Placeholder 12">
            <a:extLst>
              <a:ext uri="{FF2B5EF4-FFF2-40B4-BE49-F238E27FC236}">
                <a16:creationId xmlns:a16="http://schemas.microsoft.com/office/drawing/2014/main" id="{F1BEB884-709A-D4AB-D86C-A996224E960C}"/>
              </a:ext>
            </a:extLst>
          </p:cNvPr>
          <p:cNvSpPr>
            <a:spLocks noGrp="1"/>
          </p:cNvSpPr>
          <p:nvPr>
            <p:ph type="ftr" sz="quarter" idx="11"/>
          </p:nvPr>
        </p:nvSpPr>
        <p:spPr>
          <a:xfrm>
            <a:off x="228600" y="6705600"/>
            <a:ext cx="3474720" cy="389467"/>
          </a:xfrm>
        </p:spPr>
        <p:txBody>
          <a:bodyPr/>
          <a:lstStyle/>
          <a:p>
            <a:pPr algn="l"/>
            <a:r>
              <a:rPr lang="en-US" dirty="0"/>
              <a:t>Paper Id: 182                               </a:t>
            </a:r>
          </a:p>
        </p:txBody>
      </p:sp>
      <p:pic>
        <p:nvPicPr>
          <p:cNvPr id="15" name="Picture 8" descr="D:\unnamed.jpg">
            <a:extLst>
              <a:ext uri="{FF2B5EF4-FFF2-40B4-BE49-F238E27FC236}">
                <a16:creationId xmlns:a16="http://schemas.microsoft.com/office/drawing/2014/main" id="{15F20799-BA1F-BAD2-EA7A-D2139CD206F2}"/>
              </a:ext>
            </a:extLst>
          </p:cNvPr>
          <p:cNvPicPr>
            <a:picLocks noChangeAspect="1" noChangeArrowheads="1"/>
          </p:cNvPicPr>
          <p:nvPr/>
        </p:nvPicPr>
        <p:blipFill>
          <a:blip r:embed="rId4" cstate="print"/>
          <a:srcRect/>
          <a:stretch>
            <a:fillRect/>
          </a:stretch>
        </p:blipFill>
        <p:spPr bwMode="auto">
          <a:xfrm>
            <a:off x="9966960" y="1"/>
            <a:ext cx="1005840" cy="1005840"/>
          </a:xfrm>
          <a:prstGeom prst="rect">
            <a:avLst/>
          </a:prstGeom>
          <a:noFill/>
        </p:spPr>
      </p:pic>
      <p:sp>
        <p:nvSpPr>
          <p:cNvPr id="6" name="TextBox 5">
            <a:extLst>
              <a:ext uri="{FF2B5EF4-FFF2-40B4-BE49-F238E27FC236}">
                <a16:creationId xmlns:a16="http://schemas.microsoft.com/office/drawing/2014/main" id="{583A8F9E-E1DA-C738-B2A2-663F25B16D56}"/>
              </a:ext>
            </a:extLst>
          </p:cNvPr>
          <p:cNvSpPr txBox="1"/>
          <p:nvPr/>
        </p:nvSpPr>
        <p:spPr>
          <a:xfrm>
            <a:off x="182880" y="5086032"/>
            <a:ext cx="4800600" cy="1477328"/>
          </a:xfrm>
          <a:prstGeom prst="rect">
            <a:avLst/>
          </a:prstGeom>
          <a:noFill/>
        </p:spPr>
        <p:txBody>
          <a:bodyPr wrap="square">
            <a:spAutoFit/>
          </a:bodyPr>
          <a:lstStyle/>
          <a:p>
            <a:pPr algn="ctr">
              <a:buNone/>
            </a:pPr>
            <a:r>
              <a:rPr lang="en-US" sz="1800" dirty="0">
                <a:effectLst/>
                <a:latin typeface="Times New Roman" panose="02020603050405020304" pitchFamily="18" charset="0"/>
                <a:ea typeface="SimSun" panose="02010600030101010101" pitchFamily="2" charset="-122"/>
              </a:rPr>
              <a:t>Fig. 4: Volume is measured.</a:t>
            </a:r>
            <a:endParaRPr lang="en-IN" sz="1800" dirty="0">
              <a:effectLst/>
              <a:latin typeface="Times New Roman" panose="02020603050405020304" pitchFamily="18" charset="0"/>
              <a:ea typeface="SimSun" panose="02010600030101010101" pitchFamily="2" charset="-122"/>
            </a:endParaRPr>
          </a:p>
          <a:p>
            <a:pPr algn="ctr">
              <a:buNone/>
            </a:pPr>
            <a:r>
              <a:rPr lang="en-US" sz="1800" dirty="0">
                <a:effectLst/>
                <a:latin typeface="Times New Roman" panose="02020603050405020304" pitchFamily="18" charset="0"/>
                <a:ea typeface="SimSun" panose="02010600030101010101" pitchFamily="2" charset="-122"/>
              </a:rPr>
              <a:t> </a:t>
            </a:r>
            <a:endParaRPr lang="en-IN" sz="1800" dirty="0">
              <a:effectLst/>
              <a:latin typeface="Times New Roman" panose="02020603050405020304" pitchFamily="18" charset="0"/>
              <a:ea typeface="SimSun" panose="02010600030101010101" pitchFamily="2" charset="-122"/>
            </a:endParaRPr>
          </a:p>
          <a:p>
            <a:pPr algn="just"/>
            <a:r>
              <a:rPr lang="en-US" sz="1800" dirty="0">
                <a:effectLst/>
                <a:latin typeface="Times New Roman" panose="02020603050405020304" pitchFamily="18" charset="0"/>
                <a:ea typeface="SimSun" panose="02010600030101010101" pitchFamily="2" charset="-122"/>
              </a:rPr>
              <a:t>In Fig 4, The Inflow sensor measures the volumes of water in the dam and is shown in the above figure.</a:t>
            </a:r>
            <a:endParaRPr lang="en-IN" sz="1800" dirty="0">
              <a:effectLst/>
              <a:latin typeface="Times New Roman" panose="02020603050405020304" pitchFamily="18" charset="0"/>
              <a:ea typeface="SimSun" panose="02010600030101010101" pitchFamily="2" charset="-122"/>
            </a:endParaRPr>
          </a:p>
        </p:txBody>
      </p:sp>
      <p:pic>
        <p:nvPicPr>
          <p:cNvPr id="5" name="Picture 4">
            <a:extLst>
              <a:ext uri="{FF2B5EF4-FFF2-40B4-BE49-F238E27FC236}">
                <a16:creationId xmlns:a16="http://schemas.microsoft.com/office/drawing/2014/main" id="{447B8D90-929C-105A-AF46-C20BFBDEE507}"/>
              </a:ext>
            </a:extLst>
          </p:cNvPr>
          <p:cNvPicPr>
            <a:picLocks noChangeAspect="1"/>
          </p:cNvPicPr>
          <p:nvPr/>
        </p:nvPicPr>
        <p:blipFill>
          <a:blip r:embed="rId5" cstate="print">
            <a:extLst>
              <a:ext uri="{28A0092B-C50C-407E-A947-70E740481C1C}">
                <a14:useLocalDpi xmlns:a14="http://schemas.microsoft.com/office/drawing/2010/main" val="0"/>
              </a:ext>
            </a:extLst>
          </a:blip>
          <a:srcRect l="11370" r="11370"/>
          <a:stretch>
            <a:fillRect/>
          </a:stretch>
        </p:blipFill>
        <p:spPr bwMode="auto">
          <a:xfrm>
            <a:off x="167426" y="1381656"/>
            <a:ext cx="4669839" cy="3542283"/>
          </a:xfrm>
          <a:prstGeom prst="rect">
            <a:avLst/>
          </a:prstGeom>
          <a:noFill/>
          <a:ln>
            <a:noFill/>
          </a:ln>
        </p:spPr>
      </p:pic>
      <p:pic>
        <p:nvPicPr>
          <p:cNvPr id="7" name="Picture 6">
            <a:extLst>
              <a:ext uri="{FF2B5EF4-FFF2-40B4-BE49-F238E27FC236}">
                <a16:creationId xmlns:a16="http://schemas.microsoft.com/office/drawing/2014/main" id="{9A982516-3623-F982-EB44-C275E2EBD351}"/>
              </a:ext>
            </a:extLst>
          </p:cNvPr>
          <p:cNvPicPr>
            <a:picLocks noChangeAspect="1"/>
          </p:cNvPicPr>
          <p:nvPr/>
        </p:nvPicPr>
        <p:blipFill rotWithShape="1">
          <a:blip r:embed="rId6" cstate="print">
            <a:extLst>
              <a:ext uri="{28A0092B-C50C-407E-A947-70E740481C1C}">
                <a14:useLocalDpi xmlns:a14="http://schemas.microsoft.com/office/drawing/2010/main" val="0"/>
              </a:ext>
            </a:extLst>
          </a:blip>
          <a:srcRect l="6832" t="13381" r="6832"/>
          <a:stretch/>
        </p:blipFill>
        <p:spPr bwMode="auto">
          <a:xfrm>
            <a:off x="5334000" y="1405511"/>
            <a:ext cx="4800599" cy="3542283"/>
          </a:xfrm>
          <a:prstGeom prst="rect">
            <a:avLst/>
          </a:prstGeom>
          <a:noFill/>
          <a:ln>
            <a:noFill/>
          </a:ln>
          <a:extLst>
            <a:ext uri="{53640926-AAD7-44D8-BBD7-CCE9431645EC}">
              <a14:shadowObscured xmlns:a14="http://schemas.microsoft.com/office/drawing/2010/main"/>
            </a:ext>
          </a:extLst>
        </p:spPr>
      </p:pic>
      <p:sp>
        <p:nvSpPr>
          <p:cNvPr id="10" name="TextBox 9">
            <a:extLst>
              <a:ext uri="{FF2B5EF4-FFF2-40B4-BE49-F238E27FC236}">
                <a16:creationId xmlns:a16="http://schemas.microsoft.com/office/drawing/2014/main" id="{A6F335DA-9FA6-731A-1D5E-35E5AF86152C}"/>
              </a:ext>
            </a:extLst>
          </p:cNvPr>
          <p:cNvSpPr txBox="1"/>
          <p:nvPr/>
        </p:nvSpPr>
        <p:spPr>
          <a:xfrm>
            <a:off x="5212080" y="4705052"/>
            <a:ext cx="5486400" cy="2000548"/>
          </a:xfrm>
          <a:prstGeom prst="rect">
            <a:avLst/>
          </a:prstGeom>
          <a:noFill/>
        </p:spPr>
        <p:txBody>
          <a:bodyPr wrap="square">
            <a:spAutoFit/>
          </a:bodyPr>
          <a:lstStyle/>
          <a:p>
            <a:pPr algn="ctr">
              <a:buNone/>
            </a:pPr>
            <a:endParaRPr lang="en-US" sz="1800" dirty="0">
              <a:latin typeface="Times New Roman" panose="02020603050405020304" pitchFamily="18" charset="0"/>
              <a:ea typeface="SimSun" panose="02010600030101010101" pitchFamily="2" charset="-122"/>
            </a:endParaRPr>
          </a:p>
          <a:p>
            <a:pPr algn="ctr"/>
            <a:r>
              <a:rPr lang="en-US" sz="1800" dirty="0">
                <a:effectLst/>
                <a:latin typeface="Times New Roman" panose="02020603050405020304" pitchFamily="18" charset="0"/>
                <a:ea typeface="SimSun" panose="02010600030101010101" pitchFamily="2" charset="-122"/>
              </a:rPr>
              <a:t>Fig. 5: Turbidity value is measured. </a:t>
            </a:r>
          </a:p>
          <a:p>
            <a:pPr algn="ctr"/>
            <a:endParaRPr lang="en-IN" sz="2400" dirty="0">
              <a:effectLst/>
              <a:latin typeface="Times New Roman" panose="02020603050405020304" pitchFamily="18" charset="0"/>
              <a:ea typeface="SimSun" panose="02010600030101010101" pitchFamily="2" charset="-122"/>
            </a:endParaRPr>
          </a:p>
          <a:p>
            <a:pPr algn="just">
              <a:buNone/>
            </a:pPr>
            <a:r>
              <a:rPr lang="en-US" sz="2000" dirty="0">
                <a:effectLst/>
                <a:latin typeface="Times New Roman" panose="02020603050405020304" pitchFamily="18" charset="0"/>
                <a:ea typeface="SimSun" panose="02010600030101010101" pitchFamily="2" charset="-122"/>
              </a:rPr>
              <a:t>Fig. 5 shows the turbidity value sensed by the photodiode present in the turbidity sensor.</a:t>
            </a:r>
            <a:endParaRPr lang="en-IN" sz="2000" dirty="0">
              <a:effectLst/>
              <a:latin typeface="Times New Roman" panose="02020603050405020304" pitchFamily="18" charset="0"/>
              <a:ea typeface="SimSun" panose="02010600030101010101" pitchFamily="2" charset="-122"/>
            </a:endParaRPr>
          </a:p>
          <a:p>
            <a:pPr algn="just"/>
            <a:r>
              <a:rPr lang="en-US" sz="2400" dirty="0">
                <a:effectLst/>
                <a:latin typeface="Times New Roman" panose="02020603050405020304" pitchFamily="18" charset="0"/>
                <a:ea typeface="SimSun" panose="02010600030101010101" pitchFamily="2" charset="-122"/>
              </a:rPr>
              <a:t> </a:t>
            </a:r>
            <a:endParaRPr lang="en-IN" sz="2400" dirty="0">
              <a:effectLst/>
              <a:latin typeface="Times New Roman" panose="02020603050405020304" pitchFamily="18" charset="0"/>
              <a:ea typeface="SimSun" panose="02010600030101010101" pitchFamily="2" charset="-122"/>
            </a:endParaRPr>
          </a:p>
        </p:txBody>
      </p:sp>
    </p:spTree>
    <p:extLst>
      <p:ext uri="{BB962C8B-B14F-4D97-AF65-F5344CB8AC3E}">
        <p14:creationId xmlns:p14="http://schemas.microsoft.com/office/powerpoint/2010/main" val="2710696282"/>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507ED022-EDCB-D880-6F3E-8DCCC25E2C08}"/>
            </a:ext>
          </a:extLst>
        </p:cNvPr>
        <p:cNvGrpSpPr/>
        <p:nvPr/>
      </p:nvGrpSpPr>
      <p:grpSpPr>
        <a:xfrm>
          <a:off x="0" y="0"/>
          <a:ext cx="0" cy="0"/>
          <a:chOff x="0" y="0"/>
          <a:chExt cx="0" cy="0"/>
        </a:xfrm>
      </p:grpSpPr>
      <p:sp>
        <p:nvSpPr>
          <p:cNvPr id="2051" name="Rectangle 3">
            <a:extLst>
              <a:ext uri="{FF2B5EF4-FFF2-40B4-BE49-F238E27FC236}">
                <a16:creationId xmlns:a16="http://schemas.microsoft.com/office/drawing/2014/main" id="{F3398E9E-B9BE-6BFC-98F1-3704169DED00}"/>
              </a:ext>
            </a:extLst>
          </p:cNvPr>
          <p:cNvSpPr>
            <a:spLocks noGrp="1" noChangeArrowheads="1"/>
          </p:cNvSpPr>
          <p:nvPr>
            <p:ph type="subTitle" idx="1"/>
          </p:nvPr>
        </p:nvSpPr>
        <p:spPr>
          <a:xfrm>
            <a:off x="182880" y="1135810"/>
            <a:ext cx="10789920" cy="5285310"/>
          </a:xfrm>
        </p:spPr>
        <p:txBody>
          <a:bodyPr/>
          <a:lstStyle/>
          <a:p>
            <a:pPr>
              <a:lnSpc>
                <a:spcPct val="80000"/>
              </a:lnSpc>
            </a:pPr>
            <a:endParaRPr lang="en-US" sz="300" dirty="0"/>
          </a:p>
          <a:p>
            <a:pPr>
              <a:lnSpc>
                <a:spcPct val="80000"/>
              </a:lnSpc>
            </a:pPr>
            <a:endParaRPr lang="en-US" sz="300" dirty="0"/>
          </a:p>
          <a:p>
            <a:pPr>
              <a:lnSpc>
                <a:spcPct val="80000"/>
              </a:lnSpc>
            </a:pPr>
            <a:endParaRPr lang="en-US" sz="3400" dirty="0"/>
          </a:p>
        </p:txBody>
      </p:sp>
      <p:sp>
        <p:nvSpPr>
          <p:cNvPr id="3" name="Slide Number Placeholder 2">
            <a:extLst>
              <a:ext uri="{FF2B5EF4-FFF2-40B4-BE49-F238E27FC236}">
                <a16:creationId xmlns:a16="http://schemas.microsoft.com/office/drawing/2014/main" id="{475BE109-697C-19A9-41CF-1E56E5FF9F91}"/>
              </a:ext>
            </a:extLst>
          </p:cNvPr>
          <p:cNvSpPr>
            <a:spLocks noGrp="1"/>
          </p:cNvSpPr>
          <p:nvPr>
            <p:ph type="sldNum" sz="quarter" idx="12"/>
          </p:nvPr>
        </p:nvSpPr>
        <p:spPr>
          <a:xfrm>
            <a:off x="8275320" y="6907381"/>
            <a:ext cx="2468880" cy="389467"/>
          </a:xfrm>
        </p:spPr>
        <p:txBody>
          <a:bodyPr/>
          <a:lstStyle/>
          <a:p>
            <a:fld id="{DEE1B5D3-41FC-4244-BB46-5FB8EFC09C75}" type="slidenum">
              <a:rPr lang="en-US" smtClean="0"/>
              <a:pPr/>
              <a:t>12</a:t>
            </a:fld>
            <a:r>
              <a:rPr lang="en-US" dirty="0"/>
              <a:t> of 14</a:t>
            </a:r>
          </a:p>
        </p:txBody>
      </p:sp>
      <p:sp>
        <p:nvSpPr>
          <p:cNvPr id="2057" name="Rectangle 9">
            <a:extLst>
              <a:ext uri="{FF2B5EF4-FFF2-40B4-BE49-F238E27FC236}">
                <a16:creationId xmlns:a16="http://schemas.microsoft.com/office/drawing/2014/main" id="{E39FEA4F-2909-83E9-C2A7-3AB8D9E40A1C}"/>
              </a:ext>
            </a:extLst>
          </p:cNvPr>
          <p:cNvSpPr>
            <a:spLocks noChangeArrowheads="1"/>
          </p:cNvSpPr>
          <p:nvPr/>
        </p:nvSpPr>
        <p:spPr bwMode="auto">
          <a:xfrm>
            <a:off x="914400" y="501227"/>
            <a:ext cx="8595360" cy="1625600"/>
          </a:xfrm>
          <a:prstGeom prst="rect">
            <a:avLst/>
          </a:prstGeom>
          <a:noFill/>
          <a:ln w="9525">
            <a:noFill/>
            <a:miter lim="800000"/>
            <a:headEnd/>
            <a:tailEnd/>
          </a:ln>
          <a:effectLst/>
        </p:spPr>
        <p:txBody>
          <a:bodyPr lIns="104498" tIns="52249" rIns="104498" bIns="52249" anchor="ctr"/>
          <a:lstStyle/>
          <a:p>
            <a:br>
              <a:rPr lang="en-US" sz="1800" dirty="0">
                <a:effectLst>
                  <a:outerShdw blurRad="38100" dist="38100" dir="2700000" algn="tl">
                    <a:srgbClr val="000000"/>
                  </a:outerShdw>
                </a:effectLst>
              </a:rPr>
            </a:br>
            <a:endParaRPr lang="en-US" dirty="0">
              <a:effectLst>
                <a:outerShdw blurRad="38100" dist="38100" dir="2700000" algn="tl">
                  <a:srgbClr val="000000"/>
                </a:outerShdw>
              </a:effectLst>
            </a:endParaRPr>
          </a:p>
        </p:txBody>
      </p:sp>
      <p:sp>
        <p:nvSpPr>
          <p:cNvPr id="9" name="Rectangle 8">
            <a:extLst>
              <a:ext uri="{FF2B5EF4-FFF2-40B4-BE49-F238E27FC236}">
                <a16:creationId xmlns:a16="http://schemas.microsoft.com/office/drawing/2014/main" id="{5B2C5700-51AF-D324-EB90-36098A3E329C}"/>
              </a:ext>
            </a:extLst>
          </p:cNvPr>
          <p:cNvSpPr/>
          <p:nvPr/>
        </p:nvSpPr>
        <p:spPr>
          <a:xfrm>
            <a:off x="2295015" y="164672"/>
            <a:ext cx="6413678" cy="959598"/>
          </a:xfrm>
          <a:prstGeom prst="rect">
            <a:avLst/>
          </a:prstGeom>
        </p:spPr>
        <p:txBody>
          <a:bodyPr wrap="square" lIns="104498" tIns="52249" rIns="104498" bIns="52249">
            <a:spAutoFit/>
          </a:bodyPr>
          <a:lstStyle/>
          <a:p>
            <a:pPr algn="ctr">
              <a:lnSpc>
                <a:spcPct val="150000"/>
              </a:lnSpc>
              <a:defRPr/>
            </a:pPr>
            <a:r>
              <a:rPr lang="en-US" sz="3700" b="1" dirty="0">
                <a:solidFill>
                  <a:schemeClr val="bg1"/>
                </a:solidFill>
                <a:latin typeface="Times New Roman" pitchFamily="18" charset="0"/>
                <a:ea typeface="Verdana" pitchFamily="34" charset="0"/>
                <a:cs typeface="Times New Roman" pitchFamily="18" charset="0"/>
              </a:rPr>
              <a:t>About the Institute</a:t>
            </a:r>
          </a:p>
        </p:txBody>
      </p:sp>
      <p:pic>
        <p:nvPicPr>
          <p:cNvPr id="12" name="Picture 11">
            <a:extLst>
              <a:ext uri="{FF2B5EF4-FFF2-40B4-BE49-F238E27FC236}">
                <a16:creationId xmlns:a16="http://schemas.microsoft.com/office/drawing/2014/main" id="{0C145F69-121B-CAEF-F181-875C499FC643}"/>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16478" t="82535" r="12817" b="-313"/>
          <a:stretch/>
        </p:blipFill>
        <p:spPr>
          <a:xfrm>
            <a:off x="0" y="0"/>
            <a:ext cx="10972800" cy="1056640"/>
          </a:xfrm>
          <a:prstGeom prst="rect">
            <a:avLst/>
          </a:prstGeom>
        </p:spPr>
      </p:pic>
      <p:sp>
        <p:nvSpPr>
          <p:cNvPr id="14" name="TextBox 13">
            <a:extLst>
              <a:ext uri="{FF2B5EF4-FFF2-40B4-BE49-F238E27FC236}">
                <a16:creationId xmlns:a16="http://schemas.microsoft.com/office/drawing/2014/main" id="{DC54E414-A220-E50D-9249-81E9BEB9ABCE}"/>
              </a:ext>
            </a:extLst>
          </p:cNvPr>
          <p:cNvSpPr txBox="1"/>
          <p:nvPr/>
        </p:nvSpPr>
        <p:spPr>
          <a:xfrm flipH="1">
            <a:off x="1188720" y="243841"/>
            <a:ext cx="8229600" cy="597961"/>
          </a:xfrm>
          <a:prstGeom prst="rect">
            <a:avLst/>
          </a:prstGeom>
          <a:noFill/>
          <a:ln>
            <a:noFill/>
          </a:ln>
        </p:spPr>
        <p:txBody>
          <a:bodyPr wrap="square" lIns="104498" tIns="52249" rIns="104498" bIns="52249" rtlCol="0">
            <a:spAutoFit/>
          </a:bodyPr>
          <a:lstStyle/>
          <a:p>
            <a:pPr algn="ctr"/>
            <a:r>
              <a:rPr lang="en-US" sz="3200" b="1" dirty="0">
                <a:solidFill>
                  <a:schemeClr val="bg1"/>
                </a:solidFill>
                <a:latin typeface="Times New Roman" panose="02020603050405020304" pitchFamily="18" charset="0"/>
                <a:cs typeface="Times New Roman" panose="02020603050405020304" pitchFamily="18" charset="0"/>
              </a:rPr>
              <a:t>RESULTS and DISCUSSIONS</a:t>
            </a:r>
          </a:p>
        </p:txBody>
      </p:sp>
      <p:sp>
        <p:nvSpPr>
          <p:cNvPr id="13" name="Footer Placeholder 12">
            <a:extLst>
              <a:ext uri="{FF2B5EF4-FFF2-40B4-BE49-F238E27FC236}">
                <a16:creationId xmlns:a16="http://schemas.microsoft.com/office/drawing/2014/main" id="{DF07ED68-894D-3947-DB7C-9CF8AB9AD408}"/>
              </a:ext>
            </a:extLst>
          </p:cNvPr>
          <p:cNvSpPr>
            <a:spLocks noGrp="1"/>
          </p:cNvSpPr>
          <p:nvPr>
            <p:ph type="ftr" sz="quarter" idx="11"/>
          </p:nvPr>
        </p:nvSpPr>
        <p:spPr>
          <a:xfrm>
            <a:off x="228600" y="6705600"/>
            <a:ext cx="3474720" cy="389467"/>
          </a:xfrm>
        </p:spPr>
        <p:txBody>
          <a:bodyPr/>
          <a:lstStyle/>
          <a:p>
            <a:pPr algn="l"/>
            <a:r>
              <a:rPr lang="en-US" dirty="0"/>
              <a:t>Paper Id: 182                             </a:t>
            </a:r>
          </a:p>
        </p:txBody>
      </p:sp>
      <p:pic>
        <p:nvPicPr>
          <p:cNvPr id="15" name="Picture 8" descr="D:\unnamed.jpg">
            <a:extLst>
              <a:ext uri="{FF2B5EF4-FFF2-40B4-BE49-F238E27FC236}">
                <a16:creationId xmlns:a16="http://schemas.microsoft.com/office/drawing/2014/main" id="{C252E815-7B01-54B9-F742-37D2A1780935}"/>
              </a:ext>
            </a:extLst>
          </p:cNvPr>
          <p:cNvPicPr>
            <a:picLocks noChangeAspect="1" noChangeArrowheads="1"/>
          </p:cNvPicPr>
          <p:nvPr/>
        </p:nvPicPr>
        <p:blipFill>
          <a:blip r:embed="rId4" cstate="print"/>
          <a:srcRect/>
          <a:stretch>
            <a:fillRect/>
          </a:stretch>
        </p:blipFill>
        <p:spPr bwMode="auto">
          <a:xfrm>
            <a:off x="9966960" y="1"/>
            <a:ext cx="1005840" cy="1005840"/>
          </a:xfrm>
          <a:prstGeom prst="rect">
            <a:avLst/>
          </a:prstGeom>
          <a:noFill/>
        </p:spPr>
      </p:pic>
      <p:sp>
        <p:nvSpPr>
          <p:cNvPr id="6" name="TextBox 5">
            <a:extLst>
              <a:ext uri="{FF2B5EF4-FFF2-40B4-BE49-F238E27FC236}">
                <a16:creationId xmlns:a16="http://schemas.microsoft.com/office/drawing/2014/main" id="{0DC9A716-D866-FB94-AACE-DFEC344DE401}"/>
              </a:ext>
            </a:extLst>
          </p:cNvPr>
          <p:cNvSpPr txBox="1"/>
          <p:nvPr/>
        </p:nvSpPr>
        <p:spPr>
          <a:xfrm>
            <a:off x="182880" y="5086032"/>
            <a:ext cx="4800600" cy="1200329"/>
          </a:xfrm>
          <a:prstGeom prst="rect">
            <a:avLst/>
          </a:prstGeom>
          <a:noFill/>
        </p:spPr>
        <p:txBody>
          <a:bodyPr wrap="square">
            <a:spAutoFit/>
          </a:bodyPr>
          <a:lstStyle/>
          <a:p>
            <a:pPr algn="ctr">
              <a:buNone/>
            </a:pPr>
            <a:r>
              <a:rPr lang="en-US" sz="1800" dirty="0">
                <a:effectLst/>
                <a:latin typeface="Times New Roman" panose="02020603050405020304" pitchFamily="18" charset="0"/>
                <a:ea typeface="SimSun" panose="02010600030101010101" pitchFamily="2" charset="-122"/>
              </a:rPr>
              <a:t>Fig. 6: Rainfall is measured.</a:t>
            </a:r>
            <a:endParaRPr lang="en-IN" sz="1800" dirty="0">
              <a:effectLst/>
              <a:latin typeface="Times New Roman" panose="02020603050405020304" pitchFamily="18" charset="0"/>
              <a:ea typeface="SimSun" panose="02010600030101010101" pitchFamily="2" charset="-122"/>
            </a:endParaRPr>
          </a:p>
          <a:p>
            <a:pPr algn="ctr">
              <a:buNone/>
            </a:pPr>
            <a:r>
              <a:rPr lang="en-US" sz="1800" dirty="0">
                <a:effectLst/>
                <a:latin typeface="Times New Roman" panose="02020603050405020304" pitchFamily="18" charset="0"/>
                <a:ea typeface="SimSun" panose="02010600030101010101" pitchFamily="2" charset="-122"/>
              </a:rPr>
              <a:t> </a:t>
            </a:r>
            <a:endParaRPr lang="en-IN" sz="1800" dirty="0">
              <a:effectLst/>
              <a:latin typeface="Times New Roman" panose="02020603050405020304" pitchFamily="18" charset="0"/>
              <a:ea typeface="SimSun" panose="02010600030101010101" pitchFamily="2" charset="-122"/>
            </a:endParaRPr>
          </a:p>
          <a:p>
            <a:pPr algn="just"/>
            <a:r>
              <a:rPr lang="en-US" sz="1800" dirty="0">
                <a:effectLst/>
                <a:latin typeface="Times New Roman" panose="02020603050405020304" pitchFamily="18" charset="0"/>
                <a:ea typeface="SimSun" panose="02010600030101010101" pitchFamily="2" charset="-122"/>
              </a:rPr>
              <a:t>In Fig 6, The </a:t>
            </a:r>
            <a:r>
              <a:rPr lang="en-US" sz="1800" dirty="0">
                <a:latin typeface="Times New Roman" panose="02020603050405020304" pitchFamily="18" charset="0"/>
                <a:ea typeface="SimSun" panose="02010600030101010101" pitchFamily="2" charset="-122"/>
              </a:rPr>
              <a:t>rain</a:t>
            </a:r>
            <a:r>
              <a:rPr lang="en-US" sz="1800" dirty="0">
                <a:effectLst/>
                <a:latin typeface="Times New Roman" panose="02020603050405020304" pitchFamily="18" charset="0"/>
                <a:ea typeface="SimSun" panose="02010600030101010101" pitchFamily="2" charset="-122"/>
              </a:rPr>
              <a:t> sensor measures the </a:t>
            </a:r>
            <a:r>
              <a:rPr lang="en-US" sz="1800" dirty="0">
                <a:latin typeface="Times New Roman" panose="02020603050405020304" pitchFamily="18" charset="0"/>
                <a:ea typeface="SimSun" panose="02010600030101010101" pitchFamily="2" charset="-122"/>
              </a:rPr>
              <a:t>rainfall </a:t>
            </a:r>
            <a:r>
              <a:rPr lang="en-US" sz="1800" dirty="0">
                <a:effectLst/>
                <a:latin typeface="Times New Roman" panose="02020603050405020304" pitchFamily="18" charset="0"/>
                <a:ea typeface="SimSun" panose="02010600030101010101" pitchFamily="2" charset="-122"/>
              </a:rPr>
              <a:t>and alert is sent to mobile phone via GSM Module.</a:t>
            </a:r>
            <a:endParaRPr lang="en-IN" sz="1800" dirty="0">
              <a:effectLst/>
              <a:latin typeface="Times New Roman" panose="02020603050405020304" pitchFamily="18" charset="0"/>
              <a:ea typeface="SimSun" panose="02010600030101010101" pitchFamily="2" charset="-122"/>
            </a:endParaRPr>
          </a:p>
        </p:txBody>
      </p:sp>
      <p:sp>
        <p:nvSpPr>
          <p:cNvPr id="10" name="TextBox 9">
            <a:extLst>
              <a:ext uri="{FF2B5EF4-FFF2-40B4-BE49-F238E27FC236}">
                <a16:creationId xmlns:a16="http://schemas.microsoft.com/office/drawing/2014/main" id="{B304E451-EAB8-4AD2-F316-1E388933E983}"/>
              </a:ext>
            </a:extLst>
          </p:cNvPr>
          <p:cNvSpPr txBox="1"/>
          <p:nvPr/>
        </p:nvSpPr>
        <p:spPr>
          <a:xfrm>
            <a:off x="5233889" y="4785439"/>
            <a:ext cx="5281711" cy="2123658"/>
          </a:xfrm>
          <a:prstGeom prst="rect">
            <a:avLst/>
          </a:prstGeom>
          <a:noFill/>
        </p:spPr>
        <p:txBody>
          <a:bodyPr wrap="square">
            <a:spAutoFit/>
          </a:bodyPr>
          <a:lstStyle/>
          <a:p>
            <a:pPr algn="ctr">
              <a:buNone/>
            </a:pPr>
            <a:endParaRPr lang="en-US" sz="1800" dirty="0">
              <a:effectLst/>
              <a:latin typeface="Times New Roman" panose="02020603050405020304" pitchFamily="18" charset="0"/>
              <a:ea typeface="SimSun" panose="02010600030101010101" pitchFamily="2" charset="-122"/>
            </a:endParaRPr>
          </a:p>
          <a:p>
            <a:pPr algn="ctr">
              <a:buNone/>
            </a:pPr>
            <a:r>
              <a:rPr lang="en-US" sz="1800" dirty="0">
                <a:effectLst/>
                <a:latin typeface="Times New Roman" panose="02020603050405020304" pitchFamily="18" charset="0"/>
                <a:ea typeface="SimSun" panose="02010600030101010101" pitchFamily="2" charset="-122"/>
              </a:rPr>
              <a:t>Fig. 7: Cracked image.</a:t>
            </a:r>
            <a:endParaRPr lang="en-IN" sz="1800" dirty="0">
              <a:effectLst/>
              <a:latin typeface="Times New Roman" panose="02020603050405020304" pitchFamily="18" charset="0"/>
              <a:ea typeface="SimSun" panose="02010600030101010101" pitchFamily="2" charset="-122"/>
            </a:endParaRPr>
          </a:p>
          <a:p>
            <a:pPr algn="ctr">
              <a:buNone/>
            </a:pPr>
            <a:r>
              <a:rPr lang="en-US" sz="1800" dirty="0">
                <a:effectLst/>
                <a:latin typeface="Times New Roman" panose="02020603050405020304" pitchFamily="18" charset="0"/>
                <a:ea typeface="SimSun" panose="02010600030101010101" pitchFamily="2" charset="-122"/>
              </a:rPr>
              <a:t> </a:t>
            </a:r>
            <a:endParaRPr lang="en-IN" sz="1800" dirty="0">
              <a:effectLst/>
              <a:latin typeface="Times New Roman" panose="02020603050405020304" pitchFamily="18" charset="0"/>
              <a:ea typeface="SimSun" panose="02010600030101010101" pitchFamily="2" charset="-122"/>
            </a:endParaRPr>
          </a:p>
          <a:p>
            <a:pPr algn="just"/>
            <a:r>
              <a:rPr lang="en-US" sz="1800" dirty="0">
                <a:effectLst/>
                <a:latin typeface="Times New Roman" panose="02020603050405020304" pitchFamily="18" charset="0"/>
                <a:ea typeface="SimSun" panose="02010600030101010101" pitchFamily="2" charset="-122"/>
              </a:rPr>
              <a:t> In the Fig. 7, a cracked image is shown to the web camera detecting the crack and hence a message is sent to the phone through a GSM Module.</a:t>
            </a:r>
            <a:endParaRPr lang="en-IN" sz="1800" dirty="0">
              <a:effectLst/>
              <a:latin typeface="Times New Roman" panose="02020603050405020304" pitchFamily="18" charset="0"/>
              <a:ea typeface="SimSun" panose="02010600030101010101" pitchFamily="2" charset="-122"/>
            </a:endParaRPr>
          </a:p>
          <a:p>
            <a:pPr algn="just"/>
            <a:r>
              <a:rPr lang="en-US" sz="2400" dirty="0">
                <a:effectLst/>
                <a:latin typeface="Times New Roman" panose="02020603050405020304" pitchFamily="18" charset="0"/>
                <a:ea typeface="SimSun" panose="02010600030101010101" pitchFamily="2" charset="-122"/>
              </a:rPr>
              <a:t> </a:t>
            </a:r>
            <a:endParaRPr lang="en-IN" sz="2400" dirty="0">
              <a:effectLst/>
              <a:latin typeface="Times New Roman" panose="02020603050405020304" pitchFamily="18" charset="0"/>
              <a:ea typeface="SimSun" panose="02010600030101010101" pitchFamily="2" charset="-122"/>
            </a:endParaRPr>
          </a:p>
        </p:txBody>
      </p:sp>
      <p:pic>
        <p:nvPicPr>
          <p:cNvPr id="2" name="Picture 1">
            <a:extLst>
              <a:ext uri="{FF2B5EF4-FFF2-40B4-BE49-F238E27FC236}">
                <a16:creationId xmlns:a16="http://schemas.microsoft.com/office/drawing/2014/main" id="{95A557BF-1131-AB74-5612-E9A0B15BEF54}"/>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l="29474" t="337" r="1567"/>
          <a:stretch/>
        </p:blipFill>
        <p:spPr bwMode="auto">
          <a:xfrm>
            <a:off x="5644938" y="1406504"/>
            <a:ext cx="4774275" cy="3580909"/>
          </a:xfrm>
          <a:prstGeom prst="rect">
            <a:avLst/>
          </a:prstGeom>
          <a:noFill/>
          <a:ln>
            <a:noFill/>
          </a:ln>
          <a:extLst>
            <a:ext uri="{53640926-AAD7-44D8-BBD7-CCE9431645EC}">
              <a14:shadowObscured xmlns:a14="http://schemas.microsoft.com/office/drawing/2010/main"/>
            </a:ext>
          </a:extLst>
        </p:spPr>
      </p:pic>
      <p:pic>
        <p:nvPicPr>
          <p:cNvPr id="8" name="Picture 7">
            <a:extLst>
              <a:ext uri="{FF2B5EF4-FFF2-40B4-BE49-F238E27FC236}">
                <a16:creationId xmlns:a16="http://schemas.microsoft.com/office/drawing/2014/main" id="{1DB52988-106B-F0CA-437E-DA4673ADD9E7}"/>
              </a:ext>
            </a:extLst>
          </p:cNvPr>
          <p:cNvPicPr>
            <a:picLocks noChangeAspect="1"/>
          </p:cNvPicPr>
          <p:nvPr/>
        </p:nvPicPr>
        <p:blipFill>
          <a:blip r:embed="rId6">
            <a:extLst>
              <a:ext uri="{28A0092B-C50C-407E-A947-70E740481C1C}">
                <a14:useLocalDpi xmlns:a14="http://schemas.microsoft.com/office/drawing/2010/main" val="0"/>
              </a:ext>
            </a:extLst>
          </a:blip>
          <a:srcRect t="27749" b="28380"/>
          <a:stretch/>
        </p:blipFill>
        <p:spPr>
          <a:xfrm>
            <a:off x="457200" y="1362882"/>
            <a:ext cx="4634151" cy="3580910"/>
          </a:xfrm>
          <a:prstGeom prst="rect">
            <a:avLst/>
          </a:prstGeom>
        </p:spPr>
      </p:pic>
    </p:spTree>
    <p:extLst>
      <p:ext uri="{BB962C8B-B14F-4D97-AF65-F5344CB8AC3E}">
        <p14:creationId xmlns:p14="http://schemas.microsoft.com/office/powerpoint/2010/main" val="3912764786"/>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719841A8-675E-400B-4179-6CFC877A0270}"/>
            </a:ext>
          </a:extLst>
        </p:cNvPr>
        <p:cNvGrpSpPr/>
        <p:nvPr/>
      </p:nvGrpSpPr>
      <p:grpSpPr>
        <a:xfrm>
          <a:off x="0" y="0"/>
          <a:ext cx="0" cy="0"/>
          <a:chOff x="0" y="0"/>
          <a:chExt cx="0" cy="0"/>
        </a:xfrm>
      </p:grpSpPr>
      <p:sp>
        <p:nvSpPr>
          <p:cNvPr id="2051" name="Rectangle 3">
            <a:extLst>
              <a:ext uri="{FF2B5EF4-FFF2-40B4-BE49-F238E27FC236}">
                <a16:creationId xmlns:a16="http://schemas.microsoft.com/office/drawing/2014/main" id="{003CE32D-FBEA-FD5A-5065-459BCE9714EF}"/>
              </a:ext>
            </a:extLst>
          </p:cNvPr>
          <p:cNvSpPr>
            <a:spLocks noGrp="1" noChangeArrowheads="1"/>
          </p:cNvSpPr>
          <p:nvPr>
            <p:ph type="subTitle" idx="1"/>
          </p:nvPr>
        </p:nvSpPr>
        <p:spPr>
          <a:xfrm>
            <a:off x="182880" y="1135810"/>
            <a:ext cx="10789920" cy="5285310"/>
          </a:xfrm>
        </p:spPr>
        <p:txBody>
          <a:bodyPr/>
          <a:lstStyle/>
          <a:p>
            <a:pPr>
              <a:lnSpc>
                <a:spcPct val="80000"/>
              </a:lnSpc>
            </a:pPr>
            <a:endParaRPr lang="en-US" sz="300" dirty="0"/>
          </a:p>
          <a:p>
            <a:pPr>
              <a:lnSpc>
                <a:spcPct val="80000"/>
              </a:lnSpc>
            </a:pPr>
            <a:endParaRPr lang="en-US" sz="300" dirty="0"/>
          </a:p>
          <a:p>
            <a:pPr>
              <a:lnSpc>
                <a:spcPct val="80000"/>
              </a:lnSpc>
            </a:pPr>
            <a:endParaRPr lang="en-US" sz="3400" dirty="0"/>
          </a:p>
        </p:txBody>
      </p:sp>
      <p:sp>
        <p:nvSpPr>
          <p:cNvPr id="3" name="Slide Number Placeholder 2">
            <a:extLst>
              <a:ext uri="{FF2B5EF4-FFF2-40B4-BE49-F238E27FC236}">
                <a16:creationId xmlns:a16="http://schemas.microsoft.com/office/drawing/2014/main" id="{10A58BDE-77CD-76AC-D125-3E4C5EBB4C87}"/>
              </a:ext>
            </a:extLst>
          </p:cNvPr>
          <p:cNvSpPr>
            <a:spLocks noGrp="1"/>
          </p:cNvSpPr>
          <p:nvPr>
            <p:ph type="sldNum" sz="quarter" idx="12"/>
          </p:nvPr>
        </p:nvSpPr>
        <p:spPr>
          <a:xfrm>
            <a:off x="8275320" y="6907381"/>
            <a:ext cx="2468880" cy="389467"/>
          </a:xfrm>
        </p:spPr>
        <p:txBody>
          <a:bodyPr/>
          <a:lstStyle/>
          <a:p>
            <a:fld id="{DEE1B5D3-41FC-4244-BB46-5FB8EFC09C75}" type="slidenum">
              <a:rPr lang="en-US" smtClean="0"/>
              <a:pPr/>
              <a:t>13</a:t>
            </a:fld>
            <a:r>
              <a:rPr lang="en-US" dirty="0"/>
              <a:t> of 14</a:t>
            </a:r>
          </a:p>
        </p:txBody>
      </p:sp>
      <p:sp>
        <p:nvSpPr>
          <p:cNvPr id="2057" name="Rectangle 9">
            <a:extLst>
              <a:ext uri="{FF2B5EF4-FFF2-40B4-BE49-F238E27FC236}">
                <a16:creationId xmlns:a16="http://schemas.microsoft.com/office/drawing/2014/main" id="{0D937ABF-BACB-8DAB-29EE-2C8AAAE04B55}"/>
              </a:ext>
            </a:extLst>
          </p:cNvPr>
          <p:cNvSpPr>
            <a:spLocks noChangeArrowheads="1"/>
          </p:cNvSpPr>
          <p:nvPr/>
        </p:nvSpPr>
        <p:spPr bwMode="auto">
          <a:xfrm>
            <a:off x="914400" y="501227"/>
            <a:ext cx="8595360" cy="1625600"/>
          </a:xfrm>
          <a:prstGeom prst="rect">
            <a:avLst/>
          </a:prstGeom>
          <a:noFill/>
          <a:ln w="9525">
            <a:noFill/>
            <a:miter lim="800000"/>
            <a:headEnd/>
            <a:tailEnd/>
          </a:ln>
          <a:effectLst/>
        </p:spPr>
        <p:txBody>
          <a:bodyPr lIns="104498" tIns="52249" rIns="104498" bIns="52249" anchor="ctr"/>
          <a:lstStyle/>
          <a:p>
            <a:br>
              <a:rPr lang="en-US" sz="1800" dirty="0">
                <a:effectLst>
                  <a:outerShdw blurRad="38100" dist="38100" dir="2700000" algn="tl">
                    <a:srgbClr val="000000"/>
                  </a:outerShdw>
                </a:effectLst>
              </a:rPr>
            </a:br>
            <a:endParaRPr lang="en-US" dirty="0">
              <a:effectLst>
                <a:outerShdw blurRad="38100" dist="38100" dir="2700000" algn="tl">
                  <a:srgbClr val="000000"/>
                </a:outerShdw>
              </a:effectLst>
            </a:endParaRPr>
          </a:p>
        </p:txBody>
      </p:sp>
      <p:sp>
        <p:nvSpPr>
          <p:cNvPr id="9" name="Rectangle 8">
            <a:extLst>
              <a:ext uri="{FF2B5EF4-FFF2-40B4-BE49-F238E27FC236}">
                <a16:creationId xmlns:a16="http://schemas.microsoft.com/office/drawing/2014/main" id="{FAAE5D89-B62F-1333-C546-9B2A2CDFCDB2}"/>
              </a:ext>
            </a:extLst>
          </p:cNvPr>
          <p:cNvSpPr/>
          <p:nvPr/>
        </p:nvSpPr>
        <p:spPr>
          <a:xfrm>
            <a:off x="2295015" y="164672"/>
            <a:ext cx="6413678" cy="959598"/>
          </a:xfrm>
          <a:prstGeom prst="rect">
            <a:avLst/>
          </a:prstGeom>
        </p:spPr>
        <p:txBody>
          <a:bodyPr wrap="square" lIns="104498" tIns="52249" rIns="104498" bIns="52249">
            <a:spAutoFit/>
          </a:bodyPr>
          <a:lstStyle/>
          <a:p>
            <a:pPr algn="ctr">
              <a:lnSpc>
                <a:spcPct val="150000"/>
              </a:lnSpc>
              <a:defRPr/>
            </a:pPr>
            <a:r>
              <a:rPr lang="en-US" sz="3700" b="1" dirty="0">
                <a:solidFill>
                  <a:schemeClr val="bg1"/>
                </a:solidFill>
                <a:latin typeface="Times New Roman" pitchFamily="18" charset="0"/>
                <a:ea typeface="Verdana" pitchFamily="34" charset="0"/>
                <a:cs typeface="Times New Roman" pitchFamily="18" charset="0"/>
              </a:rPr>
              <a:t>About the Institute</a:t>
            </a:r>
          </a:p>
        </p:txBody>
      </p:sp>
      <p:pic>
        <p:nvPicPr>
          <p:cNvPr id="12" name="Picture 11">
            <a:extLst>
              <a:ext uri="{FF2B5EF4-FFF2-40B4-BE49-F238E27FC236}">
                <a16:creationId xmlns:a16="http://schemas.microsoft.com/office/drawing/2014/main" id="{5A4E21B6-DF25-170C-3049-9BAB584C7997}"/>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16478" t="82535" r="12817" b="-313"/>
          <a:stretch/>
        </p:blipFill>
        <p:spPr>
          <a:xfrm>
            <a:off x="0" y="0"/>
            <a:ext cx="10972800" cy="1056640"/>
          </a:xfrm>
          <a:prstGeom prst="rect">
            <a:avLst/>
          </a:prstGeom>
        </p:spPr>
      </p:pic>
      <p:sp>
        <p:nvSpPr>
          <p:cNvPr id="14" name="TextBox 13">
            <a:extLst>
              <a:ext uri="{FF2B5EF4-FFF2-40B4-BE49-F238E27FC236}">
                <a16:creationId xmlns:a16="http://schemas.microsoft.com/office/drawing/2014/main" id="{CAF40E68-2510-5590-B8E8-14EAA8DFADB8}"/>
              </a:ext>
            </a:extLst>
          </p:cNvPr>
          <p:cNvSpPr txBox="1"/>
          <p:nvPr/>
        </p:nvSpPr>
        <p:spPr>
          <a:xfrm flipH="1">
            <a:off x="1188720" y="243841"/>
            <a:ext cx="8229600" cy="597961"/>
          </a:xfrm>
          <a:prstGeom prst="rect">
            <a:avLst/>
          </a:prstGeom>
          <a:noFill/>
          <a:ln>
            <a:noFill/>
          </a:ln>
        </p:spPr>
        <p:txBody>
          <a:bodyPr wrap="square" lIns="104498" tIns="52249" rIns="104498" bIns="52249" rtlCol="0">
            <a:spAutoFit/>
          </a:bodyPr>
          <a:lstStyle/>
          <a:p>
            <a:pPr algn="ctr"/>
            <a:r>
              <a:rPr lang="en-US" sz="3200" b="1" dirty="0">
                <a:solidFill>
                  <a:schemeClr val="bg1"/>
                </a:solidFill>
                <a:latin typeface="Times New Roman" panose="02020603050405020304" pitchFamily="18" charset="0"/>
                <a:cs typeface="Times New Roman" panose="02020603050405020304" pitchFamily="18" charset="0"/>
              </a:rPr>
              <a:t>RESULTS and DISCUSSIONS</a:t>
            </a:r>
          </a:p>
        </p:txBody>
      </p:sp>
      <p:sp>
        <p:nvSpPr>
          <p:cNvPr id="13" name="Footer Placeholder 12">
            <a:extLst>
              <a:ext uri="{FF2B5EF4-FFF2-40B4-BE49-F238E27FC236}">
                <a16:creationId xmlns:a16="http://schemas.microsoft.com/office/drawing/2014/main" id="{6276FD2C-AC72-583D-9A01-FC059A71A874}"/>
              </a:ext>
            </a:extLst>
          </p:cNvPr>
          <p:cNvSpPr>
            <a:spLocks noGrp="1"/>
          </p:cNvSpPr>
          <p:nvPr>
            <p:ph type="ftr" sz="quarter" idx="11"/>
          </p:nvPr>
        </p:nvSpPr>
        <p:spPr>
          <a:xfrm>
            <a:off x="228600" y="6705600"/>
            <a:ext cx="3474720" cy="389467"/>
          </a:xfrm>
        </p:spPr>
        <p:txBody>
          <a:bodyPr/>
          <a:lstStyle/>
          <a:p>
            <a:pPr algn="l"/>
            <a:r>
              <a:rPr lang="en-US" dirty="0"/>
              <a:t>Paper Id: 182                              </a:t>
            </a:r>
          </a:p>
        </p:txBody>
      </p:sp>
      <p:pic>
        <p:nvPicPr>
          <p:cNvPr id="15" name="Picture 8" descr="D:\unnamed.jpg">
            <a:extLst>
              <a:ext uri="{FF2B5EF4-FFF2-40B4-BE49-F238E27FC236}">
                <a16:creationId xmlns:a16="http://schemas.microsoft.com/office/drawing/2014/main" id="{996B3041-E069-F827-18BA-D7F442F9F535}"/>
              </a:ext>
            </a:extLst>
          </p:cNvPr>
          <p:cNvPicPr>
            <a:picLocks noChangeAspect="1" noChangeArrowheads="1"/>
          </p:cNvPicPr>
          <p:nvPr/>
        </p:nvPicPr>
        <p:blipFill>
          <a:blip r:embed="rId4" cstate="print"/>
          <a:srcRect/>
          <a:stretch>
            <a:fillRect/>
          </a:stretch>
        </p:blipFill>
        <p:spPr bwMode="auto">
          <a:xfrm>
            <a:off x="9966960" y="1"/>
            <a:ext cx="1005840" cy="1005840"/>
          </a:xfrm>
          <a:prstGeom prst="rect">
            <a:avLst/>
          </a:prstGeom>
          <a:noFill/>
        </p:spPr>
      </p:pic>
      <p:pic>
        <p:nvPicPr>
          <p:cNvPr id="4" name="Picture 3">
            <a:extLst>
              <a:ext uri="{FF2B5EF4-FFF2-40B4-BE49-F238E27FC236}">
                <a16:creationId xmlns:a16="http://schemas.microsoft.com/office/drawing/2014/main" id="{5F48F672-0197-68D2-CF91-18B1D9FBB06B}"/>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156588" y="1077760"/>
            <a:ext cx="4548427" cy="5250714"/>
          </a:xfrm>
          <a:prstGeom prst="rect">
            <a:avLst/>
          </a:prstGeom>
          <a:noFill/>
          <a:ln>
            <a:noFill/>
          </a:ln>
        </p:spPr>
      </p:pic>
      <p:sp>
        <p:nvSpPr>
          <p:cNvPr id="7" name="TextBox 6">
            <a:extLst>
              <a:ext uri="{FF2B5EF4-FFF2-40B4-BE49-F238E27FC236}">
                <a16:creationId xmlns:a16="http://schemas.microsoft.com/office/drawing/2014/main" id="{5C52FB6C-2E71-5201-8689-D91B4528EC54}"/>
              </a:ext>
            </a:extLst>
          </p:cNvPr>
          <p:cNvSpPr txBox="1"/>
          <p:nvPr/>
        </p:nvSpPr>
        <p:spPr>
          <a:xfrm>
            <a:off x="5932564" y="2613088"/>
            <a:ext cx="4831080" cy="2031325"/>
          </a:xfrm>
          <a:prstGeom prst="rect">
            <a:avLst/>
          </a:prstGeom>
          <a:noFill/>
        </p:spPr>
        <p:txBody>
          <a:bodyPr wrap="square">
            <a:spAutoFit/>
          </a:bodyPr>
          <a:lstStyle/>
          <a:p>
            <a:pPr algn="ctr">
              <a:buNone/>
            </a:pPr>
            <a:r>
              <a:rPr lang="en-US" sz="1800" dirty="0">
                <a:effectLst/>
                <a:latin typeface="Times New Roman" panose="02020603050405020304" pitchFamily="18" charset="0"/>
                <a:ea typeface="SimSun" panose="02010600030101010101" pitchFamily="2" charset="-122"/>
              </a:rPr>
              <a:t> </a:t>
            </a:r>
            <a:endParaRPr lang="en-IN" sz="2400" dirty="0">
              <a:effectLst/>
              <a:latin typeface="Times New Roman" panose="02020603050405020304" pitchFamily="18" charset="0"/>
              <a:ea typeface="SimSun" panose="02010600030101010101" pitchFamily="2" charset="-122"/>
            </a:endParaRPr>
          </a:p>
          <a:p>
            <a:pPr algn="just">
              <a:buNone/>
            </a:pPr>
            <a:r>
              <a:rPr lang="en-US" sz="2400" dirty="0">
                <a:effectLst/>
                <a:latin typeface="Times New Roman" panose="02020603050405020304" pitchFamily="18" charset="0"/>
                <a:ea typeface="SimSun" panose="02010600030101010101" pitchFamily="2" charset="-122"/>
              </a:rPr>
              <a:t>Fig. 8, GSM Module interfaced in the prototype sends all the alert messages through SMS.</a:t>
            </a:r>
            <a:endParaRPr lang="en-IN" sz="2400" dirty="0">
              <a:effectLst/>
              <a:latin typeface="Times New Roman" panose="02020603050405020304" pitchFamily="18" charset="0"/>
              <a:ea typeface="SimSun" panose="02010600030101010101" pitchFamily="2" charset="-122"/>
            </a:endParaRPr>
          </a:p>
          <a:p>
            <a:pPr marL="640080">
              <a:tabLst>
                <a:tab pos="662305" algn="l"/>
              </a:tabLst>
            </a:pPr>
            <a:r>
              <a:rPr lang="en-GB" sz="3600" dirty="0">
                <a:effectLst/>
                <a:latin typeface="Times New Roman" panose="02020603050405020304" pitchFamily="18" charset="0"/>
                <a:ea typeface="Times New Roman" panose="02020603050405020304" pitchFamily="18" charset="0"/>
              </a:rPr>
              <a:t> </a:t>
            </a:r>
            <a:endParaRPr lang="en-IN" sz="3600" dirty="0">
              <a:effectLst/>
              <a:latin typeface="Times New Roman" panose="02020603050405020304" pitchFamily="18" charset="0"/>
              <a:ea typeface="Times New Roman" panose="02020603050405020304" pitchFamily="18" charset="0"/>
            </a:endParaRPr>
          </a:p>
        </p:txBody>
      </p:sp>
      <p:sp>
        <p:nvSpPr>
          <p:cNvPr id="16" name="TextBox 15">
            <a:extLst>
              <a:ext uri="{FF2B5EF4-FFF2-40B4-BE49-F238E27FC236}">
                <a16:creationId xmlns:a16="http://schemas.microsoft.com/office/drawing/2014/main" id="{BA11B7D1-A37C-5944-3897-55547469CC31}"/>
              </a:ext>
            </a:extLst>
          </p:cNvPr>
          <p:cNvSpPr txBox="1"/>
          <p:nvPr/>
        </p:nvSpPr>
        <p:spPr>
          <a:xfrm>
            <a:off x="632422" y="6426375"/>
            <a:ext cx="5596758" cy="400110"/>
          </a:xfrm>
          <a:prstGeom prst="rect">
            <a:avLst/>
          </a:prstGeom>
          <a:noFill/>
        </p:spPr>
        <p:txBody>
          <a:bodyPr wrap="square">
            <a:spAutoFit/>
          </a:bodyPr>
          <a:lstStyle/>
          <a:p>
            <a:pPr algn="ctr">
              <a:buNone/>
            </a:pPr>
            <a:r>
              <a:rPr lang="en-US" sz="2000" dirty="0">
                <a:effectLst/>
                <a:latin typeface="Times New Roman" panose="02020603050405020304" pitchFamily="18" charset="0"/>
                <a:ea typeface="SimSun" panose="02010600030101010101" pitchFamily="2" charset="-122"/>
              </a:rPr>
              <a:t>Fig. 8: Messages received through SMS</a:t>
            </a:r>
            <a:endParaRPr lang="en-IN" sz="2800" dirty="0">
              <a:effectLst/>
              <a:latin typeface="Times New Roman" panose="02020603050405020304" pitchFamily="18" charset="0"/>
              <a:ea typeface="SimSun" panose="02010600030101010101" pitchFamily="2" charset="-122"/>
            </a:endParaRPr>
          </a:p>
        </p:txBody>
      </p:sp>
    </p:spTree>
    <p:extLst>
      <p:ext uri="{BB962C8B-B14F-4D97-AF65-F5344CB8AC3E}">
        <p14:creationId xmlns:p14="http://schemas.microsoft.com/office/powerpoint/2010/main" val="2662465197"/>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51" name="Rectangle 3"/>
          <p:cNvSpPr>
            <a:spLocks noGrp="1" noChangeArrowheads="1"/>
          </p:cNvSpPr>
          <p:nvPr>
            <p:ph type="subTitle" idx="1"/>
          </p:nvPr>
        </p:nvSpPr>
        <p:spPr>
          <a:xfrm>
            <a:off x="182880" y="1854200"/>
            <a:ext cx="10789920" cy="4566919"/>
          </a:xfrm>
        </p:spPr>
        <p:txBody>
          <a:bodyPr/>
          <a:lstStyle/>
          <a:p>
            <a:pPr>
              <a:lnSpc>
                <a:spcPct val="80000"/>
              </a:lnSpc>
            </a:pPr>
            <a:endParaRPr lang="en-US" sz="300" dirty="0"/>
          </a:p>
          <a:p>
            <a:pPr>
              <a:lnSpc>
                <a:spcPct val="80000"/>
              </a:lnSpc>
            </a:pPr>
            <a:endParaRPr lang="en-US" sz="300" dirty="0"/>
          </a:p>
          <a:p>
            <a:pPr>
              <a:lnSpc>
                <a:spcPct val="80000"/>
              </a:lnSpc>
            </a:pPr>
            <a:endParaRPr lang="en-US" sz="3400" dirty="0"/>
          </a:p>
        </p:txBody>
      </p:sp>
      <p:sp>
        <p:nvSpPr>
          <p:cNvPr id="3" name="Slide Number Placeholder 2"/>
          <p:cNvSpPr>
            <a:spLocks noGrp="1"/>
          </p:cNvSpPr>
          <p:nvPr>
            <p:ph type="sldNum" sz="quarter" idx="12"/>
          </p:nvPr>
        </p:nvSpPr>
        <p:spPr>
          <a:xfrm>
            <a:off x="8275320" y="6907381"/>
            <a:ext cx="2468880" cy="389467"/>
          </a:xfrm>
        </p:spPr>
        <p:txBody>
          <a:bodyPr/>
          <a:lstStyle/>
          <a:p>
            <a:fld id="{DEE1B5D3-41FC-4244-BB46-5FB8EFC09C75}" type="slidenum">
              <a:rPr lang="en-US" smtClean="0"/>
              <a:pPr/>
              <a:t>14</a:t>
            </a:fld>
            <a:r>
              <a:rPr lang="en-US" dirty="0"/>
              <a:t> of 14</a:t>
            </a:r>
          </a:p>
        </p:txBody>
      </p:sp>
      <p:sp>
        <p:nvSpPr>
          <p:cNvPr id="2057" name="Rectangle 9"/>
          <p:cNvSpPr>
            <a:spLocks noChangeArrowheads="1"/>
          </p:cNvSpPr>
          <p:nvPr/>
        </p:nvSpPr>
        <p:spPr bwMode="auto">
          <a:xfrm>
            <a:off x="914400" y="501227"/>
            <a:ext cx="8595360" cy="1625600"/>
          </a:xfrm>
          <a:prstGeom prst="rect">
            <a:avLst/>
          </a:prstGeom>
          <a:noFill/>
          <a:ln w="9525">
            <a:noFill/>
            <a:miter lim="800000"/>
            <a:headEnd/>
            <a:tailEnd/>
          </a:ln>
          <a:effectLst/>
        </p:spPr>
        <p:txBody>
          <a:bodyPr lIns="104498" tIns="52249" rIns="104498" bIns="52249" anchor="ctr"/>
          <a:lstStyle/>
          <a:p>
            <a:br>
              <a:rPr lang="en-US" sz="1800" dirty="0">
                <a:effectLst>
                  <a:outerShdw blurRad="38100" dist="38100" dir="2700000" algn="tl">
                    <a:srgbClr val="000000"/>
                  </a:outerShdw>
                </a:effectLst>
              </a:rPr>
            </a:br>
            <a:endParaRPr lang="en-US" dirty="0">
              <a:effectLst>
                <a:outerShdw blurRad="38100" dist="38100" dir="2700000" algn="tl">
                  <a:srgbClr val="000000"/>
                </a:outerShdw>
              </a:effectLst>
            </a:endParaRPr>
          </a:p>
        </p:txBody>
      </p:sp>
      <p:sp>
        <p:nvSpPr>
          <p:cNvPr id="9" name="Rectangle 8"/>
          <p:cNvSpPr/>
          <p:nvPr/>
        </p:nvSpPr>
        <p:spPr>
          <a:xfrm>
            <a:off x="2295015" y="164672"/>
            <a:ext cx="6413678" cy="959598"/>
          </a:xfrm>
          <a:prstGeom prst="rect">
            <a:avLst/>
          </a:prstGeom>
        </p:spPr>
        <p:txBody>
          <a:bodyPr wrap="square" lIns="104498" tIns="52249" rIns="104498" bIns="52249">
            <a:spAutoFit/>
          </a:bodyPr>
          <a:lstStyle/>
          <a:p>
            <a:pPr algn="ctr">
              <a:lnSpc>
                <a:spcPct val="150000"/>
              </a:lnSpc>
              <a:defRPr/>
            </a:pPr>
            <a:r>
              <a:rPr lang="en-US" sz="3700" b="1" dirty="0">
                <a:solidFill>
                  <a:schemeClr val="bg1"/>
                </a:solidFill>
                <a:latin typeface="Times New Roman" pitchFamily="18" charset="0"/>
                <a:ea typeface="Verdana" pitchFamily="34" charset="0"/>
                <a:cs typeface="Times New Roman" pitchFamily="18" charset="0"/>
              </a:rPr>
              <a:t>About the Institute</a:t>
            </a:r>
          </a:p>
        </p:txBody>
      </p:sp>
      <p:sp>
        <p:nvSpPr>
          <p:cNvPr id="2" name="Rectangle 1"/>
          <p:cNvSpPr/>
          <p:nvPr/>
        </p:nvSpPr>
        <p:spPr>
          <a:xfrm>
            <a:off x="182880" y="1219200"/>
            <a:ext cx="10470664" cy="3983503"/>
          </a:xfrm>
          <a:prstGeom prst="rect">
            <a:avLst/>
          </a:prstGeom>
          <a:ln>
            <a:noFill/>
          </a:ln>
        </p:spPr>
        <p:txBody>
          <a:bodyPr wrap="square" lIns="104498" tIns="52249" rIns="104498" bIns="52249">
            <a:spAutoFit/>
          </a:bodyPr>
          <a:lstStyle/>
          <a:p>
            <a:pPr marL="457200" indent="-457200">
              <a:buFont typeface="Arial" panose="020B0604020202020204" pitchFamily="34" charset="0"/>
              <a:buChar char="•"/>
            </a:pPr>
            <a:r>
              <a:rPr lang="en-US" altLang="en-US" sz="2800" dirty="0">
                <a:latin typeface="Times New Roman" panose="02020603050405020304" pitchFamily="18" charset="0"/>
                <a:cs typeface="Times New Roman" panose="02020603050405020304" pitchFamily="18" charset="0"/>
              </a:rPr>
              <a:t>The system’s ability to detect structural cracks and water levels in real-time minimizes human dependency and ensures responses to critical situations. </a:t>
            </a:r>
          </a:p>
          <a:p>
            <a:endParaRPr lang="en-US" altLang="en-US" sz="2800"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altLang="en-US" sz="2800" dirty="0">
                <a:latin typeface="Times New Roman" panose="02020603050405020304" pitchFamily="18" charset="0"/>
                <a:cs typeface="Times New Roman" panose="02020603050405020304" pitchFamily="18" charset="0"/>
              </a:rPr>
              <a:t>The automation of dam gate control, combined with emergency alert mechanisms, significantly improves efficiency and safety. </a:t>
            </a:r>
          </a:p>
          <a:p>
            <a:endParaRPr lang="en-US" altLang="en-US" sz="2800"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altLang="en-US" sz="2800" dirty="0">
                <a:latin typeface="Times New Roman" panose="02020603050405020304" pitchFamily="18" charset="0"/>
                <a:cs typeface="Times New Roman" panose="02020603050405020304" pitchFamily="18" charset="0"/>
              </a:rPr>
              <a:t>This project provides a reliable, and efficient solution for modern dam infrastructure management.</a:t>
            </a:r>
            <a:endParaRPr lang="en-IN" altLang="en-US" sz="2800" dirty="0">
              <a:latin typeface="Times New Roman" panose="02020603050405020304" pitchFamily="18" charset="0"/>
              <a:cs typeface="Times New Roman" panose="02020603050405020304" pitchFamily="18" charset="0"/>
            </a:endParaRPr>
          </a:p>
        </p:txBody>
      </p:sp>
      <p:pic>
        <p:nvPicPr>
          <p:cNvPr id="12" name="Picture 11">
            <a:extLst>
              <a:ext uri="{FF2B5EF4-FFF2-40B4-BE49-F238E27FC236}">
                <a16:creationId xmlns:a16="http://schemas.microsoft.com/office/drawing/2014/main" id="{1CA3EAA7-EBE4-4ADF-9551-C1B6CF15AB70}"/>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16478" t="82535" r="12817" b="-313"/>
          <a:stretch/>
        </p:blipFill>
        <p:spPr>
          <a:xfrm>
            <a:off x="0" y="0"/>
            <a:ext cx="10972800" cy="1056640"/>
          </a:xfrm>
          <a:prstGeom prst="rect">
            <a:avLst/>
          </a:prstGeom>
        </p:spPr>
      </p:pic>
      <p:sp>
        <p:nvSpPr>
          <p:cNvPr id="14" name="TextBox 13">
            <a:extLst>
              <a:ext uri="{FF2B5EF4-FFF2-40B4-BE49-F238E27FC236}">
                <a16:creationId xmlns:a16="http://schemas.microsoft.com/office/drawing/2014/main" id="{B0000823-3D60-DC45-B1EF-29A32C704670}"/>
              </a:ext>
            </a:extLst>
          </p:cNvPr>
          <p:cNvSpPr txBox="1"/>
          <p:nvPr/>
        </p:nvSpPr>
        <p:spPr>
          <a:xfrm flipH="1">
            <a:off x="1188720" y="243841"/>
            <a:ext cx="8229600" cy="597961"/>
          </a:xfrm>
          <a:prstGeom prst="rect">
            <a:avLst/>
          </a:prstGeom>
          <a:noFill/>
          <a:ln>
            <a:noFill/>
          </a:ln>
        </p:spPr>
        <p:txBody>
          <a:bodyPr wrap="square" lIns="104498" tIns="52249" rIns="104498" bIns="52249" rtlCol="0">
            <a:spAutoFit/>
          </a:bodyPr>
          <a:lstStyle/>
          <a:p>
            <a:pPr algn="ctr"/>
            <a:r>
              <a:rPr lang="en-US" sz="3200" b="1" dirty="0">
                <a:solidFill>
                  <a:schemeClr val="bg1"/>
                </a:solidFill>
                <a:latin typeface="Times New Roman" panose="02020603050405020304" pitchFamily="18" charset="0"/>
                <a:cs typeface="Times New Roman" panose="02020603050405020304" pitchFamily="18" charset="0"/>
              </a:rPr>
              <a:t>CONCLUSIONS</a:t>
            </a:r>
          </a:p>
        </p:txBody>
      </p:sp>
      <p:sp>
        <p:nvSpPr>
          <p:cNvPr id="13" name="Footer Placeholder 12"/>
          <p:cNvSpPr>
            <a:spLocks noGrp="1"/>
          </p:cNvSpPr>
          <p:nvPr>
            <p:ph type="ftr" sz="quarter" idx="11"/>
          </p:nvPr>
        </p:nvSpPr>
        <p:spPr>
          <a:xfrm>
            <a:off x="152400" y="6781800"/>
            <a:ext cx="3474720" cy="389467"/>
          </a:xfrm>
        </p:spPr>
        <p:txBody>
          <a:bodyPr/>
          <a:lstStyle/>
          <a:p>
            <a:pPr algn="l"/>
            <a:r>
              <a:rPr lang="en-US" dirty="0"/>
              <a:t>Paper Id; 182                                    </a:t>
            </a:r>
          </a:p>
        </p:txBody>
      </p:sp>
      <p:pic>
        <p:nvPicPr>
          <p:cNvPr id="15" name="Picture 8" descr="D:\unnamed.jpg"/>
          <p:cNvPicPr>
            <a:picLocks noChangeAspect="1" noChangeArrowheads="1"/>
          </p:cNvPicPr>
          <p:nvPr/>
        </p:nvPicPr>
        <p:blipFill>
          <a:blip r:embed="rId4" cstate="print"/>
          <a:srcRect/>
          <a:stretch>
            <a:fillRect/>
          </a:stretch>
        </p:blipFill>
        <p:spPr bwMode="auto">
          <a:xfrm>
            <a:off x="9966960" y="1"/>
            <a:ext cx="1005840" cy="1005840"/>
          </a:xfrm>
          <a:prstGeom prst="rect">
            <a:avLst/>
          </a:prstGeom>
          <a:noFill/>
        </p:spPr>
      </p:pic>
    </p:spTree>
    <p:extLst>
      <p:ext uri="{BB962C8B-B14F-4D97-AF65-F5344CB8AC3E}">
        <p14:creationId xmlns:p14="http://schemas.microsoft.com/office/powerpoint/2010/main" val="2078269970"/>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51" name="Rectangle 3"/>
          <p:cNvSpPr>
            <a:spLocks noGrp="1" noChangeArrowheads="1"/>
          </p:cNvSpPr>
          <p:nvPr>
            <p:ph type="subTitle" idx="1"/>
          </p:nvPr>
        </p:nvSpPr>
        <p:spPr>
          <a:xfrm>
            <a:off x="182880" y="1854200"/>
            <a:ext cx="10789920" cy="4566919"/>
          </a:xfrm>
        </p:spPr>
        <p:txBody>
          <a:bodyPr/>
          <a:lstStyle/>
          <a:p>
            <a:pPr>
              <a:lnSpc>
                <a:spcPct val="80000"/>
              </a:lnSpc>
            </a:pPr>
            <a:endParaRPr lang="en-US" sz="300" dirty="0"/>
          </a:p>
          <a:p>
            <a:pPr>
              <a:lnSpc>
                <a:spcPct val="80000"/>
              </a:lnSpc>
            </a:pPr>
            <a:endParaRPr lang="en-US" sz="300" dirty="0"/>
          </a:p>
          <a:p>
            <a:pPr>
              <a:lnSpc>
                <a:spcPct val="80000"/>
              </a:lnSpc>
            </a:pPr>
            <a:endParaRPr lang="en-US" sz="3400" dirty="0"/>
          </a:p>
        </p:txBody>
      </p:sp>
      <p:sp>
        <p:nvSpPr>
          <p:cNvPr id="3" name="Slide Number Placeholder 2"/>
          <p:cNvSpPr>
            <a:spLocks noGrp="1"/>
          </p:cNvSpPr>
          <p:nvPr>
            <p:ph type="sldNum" sz="quarter" idx="12"/>
          </p:nvPr>
        </p:nvSpPr>
        <p:spPr>
          <a:xfrm>
            <a:off x="8275320" y="6907381"/>
            <a:ext cx="2468880" cy="389467"/>
          </a:xfrm>
        </p:spPr>
        <p:txBody>
          <a:bodyPr/>
          <a:lstStyle/>
          <a:p>
            <a:fld id="{DEE1B5D3-41FC-4244-BB46-5FB8EFC09C75}" type="slidenum">
              <a:rPr lang="en-US" smtClean="0"/>
              <a:pPr/>
              <a:t>15</a:t>
            </a:fld>
            <a:r>
              <a:rPr lang="en-US" dirty="0"/>
              <a:t> of 14</a:t>
            </a:r>
          </a:p>
        </p:txBody>
      </p:sp>
      <p:sp>
        <p:nvSpPr>
          <p:cNvPr id="2057" name="Rectangle 9"/>
          <p:cNvSpPr>
            <a:spLocks noChangeArrowheads="1"/>
          </p:cNvSpPr>
          <p:nvPr/>
        </p:nvSpPr>
        <p:spPr bwMode="auto">
          <a:xfrm>
            <a:off x="914400" y="501227"/>
            <a:ext cx="8595360" cy="1625600"/>
          </a:xfrm>
          <a:prstGeom prst="rect">
            <a:avLst/>
          </a:prstGeom>
          <a:noFill/>
          <a:ln w="9525">
            <a:noFill/>
            <a:miter lim="800000"/>
            <a:headEnd/>
            <a:tailEnd/>
          </a:ln>
          <a:effectLst/>
        </p:spPr>
        <p:txBody>
          <a:bodyPr lIns="104498" tIns="52249" rIns="104498" bIns="52249" anchor="ctr"/>
          <a:lstStyle/>
          <a:p>
            <a:br>
              <a:rPr lang="en-US" sz="1800" dirty="0">
                <a:effectLst>
                  <a:outerShdw blurRad="38100" dist="38100" dir="2700000" algn="tl">
                    <a:srgbClr val="000000"/>
                  </a:outerShdw>
                </a:effectLst>
              </a:rPr>
            </a:br>
            <a:endParaRPr lang="en-US" dirty="0">
              <a:effectLst>
                <a:outerShdw blurRad="38100" dist="38100" dir="2700000" algn="tl">
                  <a:srgbClr val="000000"/>
                </a:outerShdw>
              </a:effectLst>
            </a:endParaRPr>
          </a:p>
        </p:txBody>
      </p:sp>
      <p:sp>
        <p:nvSpPr>
          <p:cNvPr id="9" name="Rectangle 8"/>
          <p:cNvSpPr/>
          <p:nvPr/>
        </p:nvSpPr>
        <p:spPr>
          <a:xfrm>
            <a:off x="2295015" y="164672"/>
            <a:ext cx="6413678" cy="959598"/>
          </a:xfrm>
          <a:prstGeom prst="rect">
            <a:avLst/>
          </a:prstGeom>
        </p:spPr>
        <p:txBody>
          <a:bodyPr wrap="square" lIns="104498" tIns="52249" rIns="104498" bIns="52249">
            <a:spAutoFit/>
          </a:bodyPr>
          <a:lstStyle/>
          <a:p>
            <a:pPr algn="ctr">
              <a:lnSpc>
                <a:spcPct val="150000"/>
              </a:lnSpc>
              <a:defRPr/>
            </a:pPr>
            <a:r>
              <a:rPr lang="en-US" sz="3700" b="1" dirty="0">
                <a:solidFill>
                  <a:schemeClr val="bg1"/>
                </a:solidFill>
                <a:latin typeface="Times New Roman" pitchFamily="18" charset="0"/>
                <a:ea typeface="Verdana" pitchFamily="34" charset="0"/>
                <a:cs typeface="Times New Roman" pitchFamily="18" charset="0"/>
              </a:rPr>
              <a:t>About the Institute</a:t>
            </a:r>
          </a:p>
        </p:txBody>
      </p:sp>
      <p:sp>
        <p:nvSpPr>
          <p:cNvPr id="2" name="Rectangle 1"/>
          <p:cNvSpPr/>
          <p:nvPr/>
        </p:nvSpPr>
        <p:spPr>
          <a:xfrm>
            <a:off x="182880" y="1219200"/>
            <a:ext cx="10470664" cy="4906833"/>
          </a:xfrm>
          <a:prstGeom prst="rect">
            <a:avLst/>
          </a:prstGeom>
          <a:ln>
            <a:noFill/>
          </a:ln>
        </p:spPr>
        <p:txBody>
          <a:bodyPr wrap="square" lIns="104498" tIns="52249" rIns="104498" bIns="52249">
            <a:spAutoFit/>
          </a:bodyPr>
          <a:lstStyle/>
          <a:p>
            <a:pPr marL="342900" indent="-342900">
              <a:buFont typeface="Arial" panose="020B0604020202020204" pitchFamily="34" charset="0"/>
              <a:buChar char="•"/>
            </a:pPr>
            <a:r>
              <a:rPr lang="en-US" altLang="en-US" sz="2400" dirty="0">
                <a:latin typeface="Times New Roman" panose="02020603050405020304" pitchFamily="18" charset="0"/>
                <a:cs typeface="Times New Roman" panose="02020603050405020304" pitchFamily="18" charset="0"/>
              </a:rPr>
              <a:t>In critical cases water when polluted can be further filtered or cleaning procedures to maintain pH level.</a:t>
            </a:r>
          </a:p>
          <a:p>
            <a:endParaRPr lang="en-US" altLang="en-US" sz="24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altLang="en-US" sz="2400" dirty="0">
                <a:latin typeface="Times New Roman" panose="02020603050405020304" pitchFamily="18" charset="0"/>
                <a:cs typeface="Times New Roman" panose="02020603050405020304" pitchFamily="18" charset="0"/>
              </a:rPr>
              <a:t>Real-time weather data can be incorporated to anticipate potential flooding events more </a:t>
            </a:r>
            <a:r>
              <a:rPr lang="en-US" altLang="en-US" sz="2400">
                <a:latin typeface="Times New Roman" panose="02020603050405020304" pitchFamily="18" charset="0"/>
                <a:cs typeface="Times New Roman" panose="02020603050405020304" pitchFamily="18" charset="0"/>
              </a:rPr>
              <a:t>accurately.</a:t>
            </a:r>
          </a:p>
          <a:p>
            <a:endParaRPr lang="en-US" altLang="en-US" sz="24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altLang="en-US" sz="2400" dirty="0">
                <a:latin typeface="Times New Roman" panose="02020603050405020304" pitchFamily="18" charset="0"/>
                <a:cs typeface="Times New Roman" panose="02020603050405020304" pitchFamily="18" charset="0"/>
              </a:rPr>
              <a:t>The project addresses critical industry needs like automated flood control, structural health monitoring, and water quality assessment. </a:t>
            </a:r>
          </a:p>
          <a:p>
            <a:pPr marL="342900" indent="-342900">
              <a:buFont typeface="Arial" panose="020B0604020202020204" pitchFamily="34" charset="0"/>
              <a:buChar char="•"/>
            </a:pPr>
            <a:endParaRPr lang="en-US" altLang="en-US" sz="24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altLang="en-US" sz="2400" dirty="0">
                <a:latin typeface="Times New Roman" panose="02020603050405020304" pitchFamily="18" charset="0"/>
                <a:cs typeface="Times New Roman" panose="02020603050405020304" pitchFamily="18" charset="0"/>
              </a:rPr>
              <a:t>Its integration of IoT and AI mirrors ongoing advancements in smart infrastructure and predictive maintenance. This makes it highly relevant for modern water resource and disaster management sectors.</a:t>
            </a:r>
          </a:p>
          <a:p>
            <a:pPr marL="342900" indent="-342900">
              <a:buFont typeface="Arial" panose="020B0604020202020204" pitchFamily="34" charset="0"/>
              <a:buChar char="•"/>
            </a:pPr>
            <a:endParaRPr lang="en-US" altLang="en-US" sz="2400" dirty="0">
              <a:latin typeface="Times New Roman" panose="02020603050405020304" pitchFamily="18" charset="0"/>
              <a:cs typeface="Times New Roman" panose="02020603050405020304" pitchFamily="18" charset="0"/>
            </a:endParaRPr>
          </a:p>
        </p:txBody>
      </p:sp>
      <p:pic>
        <p:nvPicPr>
          <p:cNvPr id="12" name="Picture 11">
            <a:extLst>
              <a:ext uri="{FF2B5EF4-FFF2-40B4-BE49-F238E27FC236}">
                <a16:creationId xmlns:a16="http://schemas.microsoft.com/office/drawing/2014/main" id="{1CA3EAA7-EBE4-4ADF-9551-C1B6CF15AB70}"/>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16478" t="82535" r="12817" b="-313"/>
          <a:stretch/>
        </p:blipFill>
        <p:spPr>
          <a:xfrm>
            <a:off x="0" y="0"/>
            <a:ext cx="10972800" cy="1056640"/>
          </a:xfrm>
          <a:prstGeom prst="rect">
            <a:avLst/>
          </a:prstGeom>
        </p:spPr>
      </p:pic>
      <p:sp>
        <p:nvSpPr>
          <p:cNvPr id="14" name="TextBox 13">
            <a:extLst>
              <a:ext uri="{FF2B5EF4-FFF2-40B4-BE49-F238E27FC236}">
                <a16:creationId xmlns:a16="http://schemas.microsoft.com/office/drawing/2014/main" id="{B0000823-3D60-DC45-B1EF-29A32C704670}"/>
              </a:ext>
            </a:extLst>
          </p:cNvPr>
          <p:cNvSpPr txBox="1"/>
          <p:nvPr/>
        </p:nvSpPr>
        <p:spPr>
          <a:xfrm flipH="1">
            <a:off x="1280160" y="1"/>
            <a:ext cx="8778240" cy="1090403"/>
          </a:xfrm>
          <a:prstGeom prst="rect">
            <a:avLst/>
          </a:prstGeom>
          <a:noFill/>
          <a:ln>
            <a:noFill/>
          </a:ln>
        </p:spPr>
        <p:txBody>
          <a:bodyPr wrap="square" lIns="104498" tIns="52249" rIns="104498" bIns="52249" rtlCol="0">
            <a:spAutoFit/>
          </a:bodyPr>
          <a:lstStyle/>
          <a:p>
            <a:pPr algn="ctr"/>
            <a:r>
              <a:rPr lang="en-US" sz="3200" b="1" dirty="0">
                <a:solidFill>
                  <a:schemeClr val="bg1"/>
                </a:solidFill>
                <a:latin typeface="Times New Roman" pitchFamily="18" charset="0"/>
                <a:cs typeface="Times New Roman" pitchFamily="18" charset="0"/>
              </a:rPr>
              <a:t>FUTURE SCOPE AND </a:t>
            </a:r>
          </a:p>
          <a:p>
            <a:pPr algn="ctr"/>
            <a:r>
              <a:rPr lang="en-US" sz="3200" b="1" dirty="0">
                <a:solidFill>
                  <a:schemeClr val="bg1"/>
                </a:solidFill>
                <a:latin typeface="Times New Roman" pitchFamily="18" charset="0"/>
                <a:cs typeface="Times New Roman" pitchFamily="18" charset="0"/>
              </a:rPr>
              <a:t>INDUSTRY RELEVANCE</a:t>
            </a:r>
            <a:endParaRPr lang="en-US" sz="3700" b="1" dirty="0">
              <a:solidFill>
                <a:schemeClr val="bg1"/>
              </a:solidFill>
              <a:latin typeface="Times New Roman" pitchFamily="18" charset="0"/>
              <a:cs typeface="Times New Roman" pitchFamily="18" charset="0"/>
            </a:endParaRPr>
          </a:p>
        </p:txBody>
      </p:sp>
      <p:sp>
        <p:nvSpPr>
          <p:cNvPr id="13" name="Footer Placeholder 12"/>
          <p:cNvSpPr>
            <a:spLocks noGrp="1"/>
          </p:cNvSpPr>
          <p:nvPr>
            <p:ph type="ftr" sz="quarter" idx="11"/>
          </p:nvPr>
        </p:nvSpPr>
        <p:spPr>
          <a:xfrm>
            <a:off x="228600" y="6705600"/>
            <a:ext cx="3474720" cy="389467"/>
          </a:xfrm>
        </p:spPr>
        <p:txBody>
          <a:bodyPr/>
          <a:lstStyle/>
          <a:p>
            <a:pPr algn="l"/>
            <a:r>
              <a:rPr lang="en-US" dirty="0"/>
              <a:t>Paper Id: 182                                </a:t>
            </a:r>
          </a:p>
        </p:txBody>
      </p:sp>
      <p:pic>
        <p:nvPicPr>
          <p:cNvPr id="15" name="Picture 8" descr="D:\unnamed.jpg"/>
          <p:cNvPicPr>
            <a:picLocks noChangeAspect="1" noChangeArrowheads="1"/>
          </p:cNvPicPr>
          <p:nvPr/>
        </p:nvPicPr>
        <p:blipFill>
          <a:blip r:embed="rId4" cstate="print"/>
          <a:srcRect/>
          <a:stretch>
            <a:fillRect/>
          </a:stretch>
        </p:blipFill>
        <p:spPr bwMode="auto">
          <a:xfrm>
            <a:off x="9966960" y="1"/>
            <a:ext cx="1005840" cy="1005840"/>
          </a:xfrm>
          <a:prstGeom prst="rect">
            <a:avLst/>
          </a:prstGeom>
          <a:noFill/>
        </p:spPr>
      </p:pic>
    </p:spTree>
    <p:extLst>
      <p:ext uri="{BB962C8B-B14F-4D97-AF65-F5344CB8AC3E}">
        <p14:creationId xmlns:p14="http://schemas.microsoft.com/office/powerpoint/2010/main" val="2078269970"/>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51" name="Rectangle 3"/>
          <p:cNvSpPr>
            <a:spLocks noGrp="1" noChangeArrowheads="1"/>
          </p:cNvSpPr>
          <p:nvPr>
            <p:ph type="subTitle" idx="1"/>
          </p:nvPr>
        </p:nvSpPr>
        <p:spPr>
          <a:xfrm>
            <a:off x="182880" y="1854200"/>
            <a:ext cx="10789920" cy="4566919"/>
          </a:xfrm>
        </p:spPr>
        <p:txBody>
          <a:bodyPr/>
          <a:lstStyle/>
          <a:p>
            <a:pPr>
              <a:lnSpc>
                <a:spcPct val="80000"/>
              </a:lnSpc>
            </a:pPr>
            <a:endParaRPr lang="en-US" sz="300" dirty="0"/>
          </a:p>
          <a:p>
            <a:pPr>
              <a:lnSpc>
                <a:spcPct val="80000"/>
              </a:lnSpc>
            </a:pPr>
            <a:endParaRPr lang="en-US" sz="300" dirty="0"/>
          </a:p>
          <a:p>
            <a:pPr>
              <a:lnSpc>
                <a:spcPct val="80000"/>
              </a:lnSpc>
            </a:pPr>
            <a:endParaRPr lang="en-US" sz="3400" dirty="0"/>
          </a:p>
        </p:txBody>
      </p:sp>
      <p:sp>
        <p:nvSpPr>
          <p:cNvPr id="3" name="Slide Number Placeholder 2"/>
          <p:cNvSpPr>
            <a:spLocks noGrp="1"/>
          </p:cNvSpPr>
          <p:nvPr>
            <p:ph type="sldNum" sz="quarter" idx="12"/>
          </p:nvPr>
        </p:nvSpPr>
        <p:spPr>
          <a:xfrm>
            <a:off x="8275320" y="6907381"/>
            <a:ext cx="2468880" cy="389467"/>
          </a:xfrm>
        </p:spPr>
        <p:txBody>
          <a:bodyPr/>
          <a:lstStyle/>
          <a:p>
            <a:fld id="{DEE1B5D3-41FC-4244-BB46-5FB8EFC09C75}" type="slidenum">
              <a:rPr lang="en-US" smtClean="0"/>
              <a:pPr/>
              <a:t>16</a:t>
            </a:fld>
            <a:r>
              <a:rPr lang="en-US" dirty="0"/>
              <a:t> of 14</a:t>
            </a:r>
          </a:p>
        </p:txBody>
      </p:sp>
      <p:sp>
        <p:nvSpPr>
          <p:cNvPr id="2057" name="Rectangle 9"/>
          <p:cNvSpPr>
            <a:spLocks noChangeArrowheads="1"/>
          </p:cNvSpPr>
          <p:nvPr/>
        </p:nvSpPr>
        <p:spPr bwMode="auto">
          <a:xfrm>
            <a:off x="914400" y="501227"/>
            <a:ext cx="8595360" cy="1625600"/>
          </a:xfrm>
          <a:prstGeom prst="rect">
            <a:avLst/>
          </a:prstGeom>
          <a:noFill/>
          <a:ln w="9525">
            <a:noFill/>
            <a:miter lim="800000"/>
            <a:headEnd/>
            <a:tailEnd/>
          </a:ln>
          <a:effectLst/>
        </p:spPr>
        <p:txBody>
          <a:bodyPr lIns="104498" tIns="52249" rIns="104498" bIns="52249" anchor="ctr"/>
          <a:lstStyle/>
          <a:p>
            <a:br>
              <a:rPr lang="en-US" sz="1800" dirty="0">
                <a:effectLst>
                  <a:outerShdw blurRad="38100" dist="38100" dir="2700000" algn="tl">
                    <a:srgbClr val="000000"/>
                  </a:outerShdw>
                </a:effectLst>
              </a:rPr>
            </a:br>
            <a:endParaRPr lang="en-US" dirty="0">
              <a:effectLst>
                <a:outerShdw blurRad="38100" dist="38100" dir="2700000" algn="tl">
                  <a:srgbClr val="000000"/>
                </a:outerShdw>
              </a:effectLst>
            </a:endParaRPr>
          </a:p>
        </p:txBody>
      </p:sp>
      <p:sp>
        <p:nvSpPr>
          <p:cNvPr id="9" name="Rectangle 8"/>
          <p:cNvSpPr/>
          <p:nvPr/>
        </p:nvSpPr>
        <p:spPr>
          <a:xfrm>
            <a:off x="2295015" y="164672"/>
            <a:ext cx="6413678" cy="959598"/>
          </a:xfrm>
          <a:prstGeom prst="rect">
            <a:avLst/>
          </a:prstGeom>
        </p:spPr>
        <p:txBody>
          <a:bodyPr wrap="square" lIns="104498" tIns="52249" rIns="104498" bIns="52249">
            <a:spAutoFit/>
          </a:bodyPr>
          <a:lstStyle/>
          <a:p>
            <a:pPr algn="ctr">
              <a:lnSpc>
                <a:spcPct val="150000"/>
              </a:lnSpc>
              <a:defRPr/>
            </a:pPr>
            <a:r>
              <a:rPr lang="en-US" sz="3700" b="1" dirty="0">
                <a:solidFill>
                  <a:schemeClr val="bg1"/>
                </a:solidFill>
                <a:latin typeface="Times New Roman" pitchFamily="18" charset="0"/>
                <a:ea typeface="Verdana" pitchFamily="34" charset="0"/>
                <a:cs typeface="Times New Roman" pitchFamily="18" charset="0"/>
              </a:rPr>
              <a:t>About the Institute</a:t>
            </a:r>
          </a:p>
        </p:txBody>
      </p:sp>
      <p:sp>
        <p:nvSpPr>
          <p:cNvPr id="2" name="Rectangle 1"/>
          <p:cNvSpPr/>
          <p:nvPr/>
        </p:nvSpPr>
        <p:spPr>
          <a:xfrm>
            <a:off x="182880" y="1219200"/>
            <a:ext cx="10470664" cy="5029943"/>
          </a:xfrm>
          <a:prstGeom prst="rect">
            <a:avLst/>
          </a:prstGeom>
          <a:ln>
            <a:noFill/>
          </a:ln>
        </p:spPr>
        <p:txBody>
          <a:bodyPr wrap="square" lIns="104498" tIns="52249" rIns="104498" bIns="52249">
            <a:spAutoFit/>
          </a:bodyPr>
          <a:lstStyle/>
          <a:p>
            <a:r>
              <a:rPr lang="en-IN" sz="2000" dirty="0"/>
              <a:t>[1] Mr. Pramukh J S, Mr. Prajwal H B, Mr. Prajwal S B, Mr. Sagar K M, Dr. Trupti S Tagare “Review on Different Methods for Smart Dam Operation and Water Monitoring” International Journal for Research in Applied Science &amp; Engineering Technology (IJRASET)-2024. </a:t>
            </a:r>
          </a:p>
          <a:p>
            <a:r>
              <a:rPr lang="en-IN" sz="2000" dirty="0"/>
              <a:t>[2] </a:t>
            </a:r>
            <a:r>
              <a:rPr lang="en-IN" sz="2000" dirty="0" err="1"/>
              <a:t>Dhananjali</a:t>
            </a:r>
            <a:r>
              <a:rPr lang="en-IN" sz="2000" dirty="0"/>
              <a:t> Singh, Ansh </a:t>
            </a:r>
            <a:r>
              <a:rPr lang="en-IN" sz="2000" dirty="0" err="1"/>
              <a:t>Jadaun</a:t>
            </a:r>
            <a:r>
              <a:rPr lang="en-IN" sz="2000" dirty="0"/>
              <a:t> , Ashish Sharma , Mohit Pratap Singh proposed the paper "Arduino based Dam Automation"- International Journal of Advanced Research in Computer and Communication Engineering (IJARCCE), Volume 13, Issue 6, in June 2024.</a:t>
            </a:r>
          </a:p>
          <a:p>
            <a:r>
              <a:rPr lang="en-IN" sz="2000" dirty="0"/>
              <a:t>[3] Prof. Atul </a:t>
            </a:r>
            <a:r>
              <a:rPr lang="en-IN" sz="2000" dirty="0" err="1"/>
              <a:t>Atalkar</a:t>
            </a:r>
            <a:r>
              <a:rPr lang="en-IN" sz="2000" dirty="0"/>
              <a:t>, Mr. </a:t>
            </a:r>
            <a:r>
              <a:rPr lang="en-IN" sz="2000" dirty="0" err="1"/>
              <a:t>Shivajiroa</a:t>
            </a:r>
            <a:r>
              <a:rPr lang="en-IN" sz="2000" dirty="0"/>
              <a:t>. S, Mr. Harshvardhan </a:t>
            </a:r>
            <a:r>
              <a:rPr lang="en-IN" sz="2000" dirty="0" err="1"/>
              <a:t>Rethrekar</a:t>
            </a:r>
            <a:r>
              <a:rPr lang="en-IN" sz="2000" dirty="0"/>
              <a:t>, Mr. Kunal </a:t>
            </a:r>
            <a:r>
              <a:rPr lang="en-IN" sz="2000" dirty="0" err="1"/>
              <a:t>Bauskar</a:t>
            </a:r>
            <a:r>
              <a:rPr lang="en-IN" sz="2000" dirty="0"/>
              <a:t>, Mr. Abhishek </a:t>
            </a:r>
            <a:r>
              <a:rPr lang="en-IN" sz="2000" dirty="0" err="1"/>
              <a:t>Chindane</a:t>
            </a:r>
            <a:r>
              <a:rPr lang="en-IN" sz="2000" dirty="0"/>
              <a:t> </a:t>
            </a:r>
            <a:r>
              <a:rPr lang="en-IN" sz="2000" dirty="0" err="1"/>
              <a:t>Manjare</a:t>
            </a:r>
            <a:r>
              <a:rPr lang="en-IN" sz="2000" dirty="0"/>
              <a:t> “Dam Automation Using IOT”- Journal of Emerging Technologies and Innovative Research (JETIR), Volume 11, Issue 4, in April 2024.</a:t>
            </a:r>
          </a:p>
          <a:p>
            <a:r>
              <a:rPr lang="en-IN" sz="2000" dirty="0"/>
              <a:t>[4] Yang Chao ORCID, </a:t>
            </a:r>
            <a:r>
              <a:rPr lang="en-IN" sz="2000" dirty="0" err="1"/>
              <a:t>Chaoning</a:t>
            </a:r>
            <a:r>
              <a:rPr lang="en-IN" sz="2000" dirty="0"/>
              <a:t> Lin, ORCID, </a:t>
            </a:r>
            <a:r>
              <a:rPr lang="en-IN" sz="2000" dirty="0" err="1"/>
              <a:t>Tongchun</a:t>
            </a:r>
            <a:r>
              <a:rPr lang="en-IN" sz="2000" dirty="0"/>
              <a:t> Li, </a:t>
            </a:r>
            <a:r>
              <a:rPr lang="en-IN" sz="2000" dirty="0" err="1"/>
              <a:t>Huijun</a:t>
            </a:r>
            <a:r>
              <a:rPr lang="en-IN" sz="2000" dirty="0"/>
              <a:t> Qi ORCID, </a:t>
            </a:r>
            <a:r>
              <a:rPr lang="en-IN" sz="2000" dirty="0" err="1"/>
              <a:t>Dongming</a:t>
            </a:r>
            <a:r>
              <a:rPr lang="en-IN" sz="2000" dirty="0"/>
              <a:t> Li and Siyu Chen proposed the paper "An Automated Framework for the Health Monitoring of Dams Using Deep Learning Algorithms and Numerical Methods"- Applied Sciences journal, Volume 13, Issue 22, Article 12457, in 2023. </a:t>
            </a:r>
          </a:p>
          <a:p>
            <a:r>
              <a:rPr lang="en-IN" sz="2000" dirty="0"/>
              <a:t>[5] </a:t>
            </a:r>
            <a:r>
              <a:rPr lang="en-IN" sz="2000" dirty="0" err="1"/>
              <a:t>Yandamuri</a:t>
            </a:r>
            <a:r>
              <a:rPr lang="en-IN" sz="2000" dirty="0"/>
              <a:t> Sai Prudhvi, K. Santhoshi, K. Umesh, C. Nihanth, </a:t>
            </a:r>
            <a:r>
              <a:rPr lang="en-IN" sz="2000" dirty="0" err="1"/>
              <a:t>Yarram</a:t>
            </a:r>
            <a:r>
              <a:rPr lang="en-IN" sz="2000" dirty="0"/>
              <a:t> Prathyusha “Water Level Monitoring And Dam Gate Control Over </a:t>
            </a:r>
            <a:r>
              <a:rPr lang="en-IN" sz="2000" dirty="0" err="1"/>
              <a:t>Iot</a:t>
            </a:r>
            <a:r>
              <a:rPr lang="en-IN" sz="2000" dirty="0"/>
              <a:t>”. International Research Journal of Modernization in Engineering Technology and Science (IRJMETS)-2023 </a:t>
            </a:r>
          </a:p>
        </p:txBody>
      </p:sp>
      <p:pic>
        <p:nvPicPr>
          <p:cNvPr id="12" name="Picture 11">
            <a:extLst>
              <a:ext uri="{FF2B5EF4-FFF2-40B4-BE49-F238E27FC236}">
                <a16:creationId xmlns:a16="http://schemas.microsoft.com/office/drawing/2014/main" id="{1CA3EAA7-EBE4-4ADF-9551-C1B6CF15AB70}"/>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16478" t="82535" r="12817" b="-313"/>
          <a:stretch/>
        </p:blipFill>
        <p:spPr>
          <a:xfrm>
            <a:off x="0" y="0"/>
            <a:ext cx="10972800" cy="1056640"/>
          </a:xfrm>
          <a:prstGeom prst="rect">
            <a:avLst/>
          </a:prstGeom>
        </p:spPr>
      </p:pic>
      <p:sp>
        <p:nvSpPr>
          <p:cNvPr id="14" name="TextBox 13">
            <a:extLst>
              <a:ext uri="{FF2B5EF4-FFF2-40B4-BE49-F238E27FC236}">
                <a16:creationId xmlns:a16="http://schemas.microsoft.com/office/drawing/2014/main" id="{B0000823-3D60-DC45-B1EF-29A32C704670}"/>
              </a:ext>
            </a:extLst>
          </p:cNvPr>
          <p:cNvSpPr txBox="1"/>
          <p:nvPr/>
        </p:nvSpPr>
        <p:spPr>
          <a:xfrm flipH="1">
            <a:off x="1188720" y="243841"/>
            <a:ext cx="8229600" cy="597961"/>
          </a:xfrm>
          <a:prstGeom prst="rect">
            <a:avLst/>
          </a:prstGeom>
          <a:noFill/>
          <a:ln>
            <a:noFill/>
          </a:ln>
        </p:spPr>
        <p:txBody>
          <a:bodyPr wrap="square" lIns="104498" tIns="52249" rIns="104498" bIns="52249" rtlCol="0">
            <a:spAutoFit/>
          </a:bodyPr>
          <a:lstStyle/>
          <a:p>
            <a:pPr algn="ctr"/>
            <a:r>
              <a:rPr lang="en-US" sz="3200" b="1" dirty="0">
                <a:solidFill>
                  <a:schemeClr val="bg1"/>
                </a:solidFill>
                <a:latin typeface="Times New Roman" panose="02020603050405020304" pitchFamily="18" charset="0"/>
                <a:cs typeface="Times New Roman" panose="02020603050405020304" pitchFamily="18" charset="0"/>
              </a:rPr>
              <a:t>REFERENCES</a:t>
            </a:r>
          </a:p>
        </p:txBody>
      </p:sp>
      <p:sp>
        <p:nvSpPr>
          <p:cNvPr id="13" name="Footer Placeholder 12"/>
          <p:cNvSpPr>
            <a:spLocks noGrp="1"/>
          </p:cNvSpPr>
          <p:nvPr>
            <p:ph type="ftr" sz="quarter" idx="11"/>
          </p:nvPr>
        </p:nvSpPr>
        <p:spPr>
          <a:xfrm>
            <a:off x="152400" y="6705600"/>
            <a:ext cx="3474720" cy="389467"/>
          </a:xfrm>
        </p:spPr>
        <p:txBody>
          <a:bodyPr/>
          <a:lstStyle/>
          <a:p>
            <a:pPr algn="l"/>
            <a:r>
              <a:rPr lang="en-US" dirty="0"/>
              <a:t>Paper Id: 182                                    </a:t>
            </a:r>
          </a:p>
        </p:txBody>
      </p:sp>
      <p:pic>
        <p:nvPicPr>
          <p:cNvPr id="15" name="Picture 8" descr="D:\unnamed.jpg"/>
          <p:cNvPicPr>
            <a:picLocks noChangeAspect="1" noChangeArrowheads="1"/>
          </p:cNvPicPr>
          <p:nvPr/>
        </p:nvPicPr>
        <p:blipFill>
          <a:blip r:embed="rId4" cstate="print"/>
          <a:srcRect/>
          <a:stretch>
            <a:fillRect/>
          </a:stretch>
        </p:blipFill>
        <p:spPr bwMode="auto">
          <a:xfrm>
            <a:off x="9966960" y="1"/>
            <a:ext cx="1005840" cy="1005840"/>
          </a:xfrm>
          <a:prstGeom prst="rect">
            <a:avLst/>
          </a:prstGeom>
          <a:noFill/>
        </p:spPr>
      </p:pic>
    </p:spTree>
    <p:extLst>
      <p:ext uri="{BB962C8B-B14F-4D97-AF65-F5344CB8AC3E}">
        <p14:creationId xmlns:p14="http://schemas.microsoft.com/office/powerpoint/2010/main" val="2078269970"/>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51" name="Rectangle 3"/>
          <p:cNvSpPr>
            <a:spLocks noGrp="1" noChangeArrowheads="1"/>
          </p:cNvSpPr>
          <p:nvPr>
            <p:ph type="subTitle" idx="1"/>
          </p:nvPr>
        </p:nvSpPr>
        <p:spPr>
          <a:xfrm>
            <a:off x="182880" y="1854200"/>
            <a:ext cx="10789920" cy="4566919"/>
          </a:xfrm>
        </p:spPr>
        <p:txBody>
          <a:bodyPr/>
          <a:lstStyle/>
          <a:p>
            <a:pPr>
              <a:lnSpc>
                <a:spcPct val="80000"/>
              </a:lnSpc>
            </a:pPr>
            <a:endParaRPr lang="en-US" sz="300" dirty="0"/>
          </a:p>
          <a:p>
            <a:pPr>
              <a:lnSpc>
                <a:spcPct val="80000"/>
              </a:lnSpc>
            </a:pPr>
            <a:endParaRPr lang="en-US" sz="300" dirty="0"/>
          </a:p>
          <a:p>
            <a:pPr>
              <a:lnSpc>
                <a:spcPct val="80000"/>
              </a:lnSpc>
            </a:pPr>
            <a:endParaRPr lang="en-US" sz="3400" dirty="0"/>
          </a:p>
        </p:txBody>
      </p:sp>
      <p:sp>
        <p:nvSpPr>
          <p:cNvPr id="3" name="Slide Number Placeholder 2"/>
          <p:cNvSpPr>
            <a:spLocks noGrp="1"/>
          </p:cNvSpPr>
          <p:nvPr>
            <p:ph type="sldNum" sz="quarter" idx="12"/>
          </p:nvPr>
        </p:nvSpPr>
        <p:spPr>
          <a:xfrm>
            <a:off x="8275320" y="6907381"/>
            <a:ext cx="2468880" cy="389467"/>
          </a:xfrm>
        </p:spPr>
        <p:txBody>
          <a:bodyPr/>
          <a:lstStyle/>
          <a:p>
            <a:fld id="{DEE1B5D3-41FC-4244-BB46-5FB8EFC09C75}" type="slidenum">
              <a:rPr lang="en-US" smtClean="0"/>
              <a:pPr/>
              <a:t>17</a:t>
            </a:fld>
            <a:r>
              <a:rPr lang="en-US" dirty="0"/>
              <a:t> of 14</a:t>
            </a:r>
          </a:p>
        </p:txBody>
      </p:sp>
      <p:sp>
        <p:nvSpPr>
          <p:cNvPr id="2057" name="Rectangle 9"/>
          <p:cNvSpPr>
            <a:spLocks noChangeArrowheads="1"/>
          </p:cNvSpPr>
          <p:nvPr/>
        </p:nvSpPr>
        <p:spPr bwMode="auto">
          <a:xfrm>
            <a:off x="914400" y="501227"/>
            <a:ext cx="8595360" cy="1625600"/>
          </a:xfrm>
          <a:prstGeom prst="rect">
            <a:avLst/>
          </a:prstGeom>
          <a:noFill/>
          <a:ln w="9525">
            <a:noFill/>
            <a:miter lim="800000"/>
            <a:headEnd/>
            <a:tailEnd/>
          </a:ln>
          <a:effectLst/>
        </p:spPr>
        <p:txBody>
          <a:bodyPr lIns="104498" tIns="52249" rIns="104498" bIns="52249" anchor="ctr"/>
          <a:lstStyle/>
          <a:p>
            <a:br>
              <a:rPr lang="en-US" sz="1800" dirty="0">
                <a:effectLst>
                  <a:outerShdw blurRad="38100" dist="38100" dir="2700000" algn="tl">
                    <a:srgbClr val="000000"/>
                  </a:outerShdw>
                </a:effectLst>
              </a:rPr>
            </a:br>
            <a:endParaRPr lang="en-US" dirty="0">
              <a:effectLst>
                <a:outerShdw blurRad="38100" dist="38100" dir="2700000" algn="tl">
                  <a:srgbClr val="000000"/>
                </a:outerShdw>
              </a:effectLst>
            </a:endParaRPr>
          </a:p>
        </p:txBody>
      </p:sp>
      <p:sp>
        <p:nvSpPr>
          <p:cNvPr id="9" name="Rectangle 8"/>
          <p:cNvSpPr/>
          <p:nvPr/>
        </p:nvSpPr>
        <p:spPr>
          <a:xfrm>
            <a:off x="2295015" y="164672"/>
            <a:ext cx="6413678" cy="959598"/>
          </a:xfrm>
          <a:prstGeom prst="rect">
            <a:avLst/>
          </a:prstGeom>
        </p:spPr>
        <p:txBody>
          <a:bodyPr wrap="square" lIns="104498" tIns="52249" rIns="104498" bIns="52249">
            <a:spAutoFit/>
          </a:bodyPr>
          <a:lstStyle/>
          <a:p>
            <a:pPr algn="ctr">
              <a:lnSpc>
                <a:spcPct val="150000"/>
              </a:lnSpc>
              <a:defRPr/>
            </a:pPr>
            <a:r>
              <a:rPr lang="en-US" sz="3700" b="1" dirty="0">
                <a:solidFill>
                  <a:schemeClr val="bg1"/>
                </a:solidFill>
                <a:latin typeface="Times New Roman" pitchFamily="18" charset="0"/>
                <a:ea typeface="Verdana" pitchFamily="34" charset="0"/>
                <a:cs typeface="Times New Roman" pitchFamily="18" charset="0"/>
              </a:rPr>
              <a:t>About the Institute</a:t>
            </a:r>
          </a:p>
        </p:txBody>
      </p:sp>
      <p:sp>
        <p:nvSpPr>
          <p:cNvPr id="2" name="Rectangle 1"/>
          <p:cNvSpPr/>
          <p:nvPr/>
        </p:nvSpPr>
        <p:spPr>
          <a:xfrm>
            <a:off x="182880" y="1219200"/>
            <a:ext cx="10470664" cy="4414390"/>
          </a:xfrm>
          <a:prstGeom prst="rect">
            <a:avLst/>
          </a:prstGeom>
          <a:ln>
            <a:noFill/>
          </a:ln>
        </p:spPr>
        <p:txBody>
          <a:bodyPr wrap="square" lIns="104498" tIns="52249" rIns="104498" bIns="52249">
            <a:spAutoFit/>
          </a:bodyPr>
          <a:lstStyle/>
          <a:p>
            <a:r>
              <a:rPr lang="en-US" sz="2000" dirty="0">
                <a:latin typeface="Times New Roman" panose="02020603050405020304" pitchFamily="18" charset="0"/>
                <a:cs typeface="Times New Roman" panose="02020603050405020304" pitchFamily="18" charset="0"/>
              </a:rPr>
              <a:t>The successful project is culmination of efforts of many people who have rendered their unconditional support. we would be dishonest without acknowledging these people </a:t>
            </a:r>
          </a:p>
          <a:p>
            <a:r>
              <a:rPr lang="en-US" sz="2000" b="1" dirty="0">
                <a:latin typeface="Times New Roman" panose="02020603050405020304" pitchFamily="18" charset="0"/>
                <a:cs typeface="Times New Roman" panose="02020603050405020304" pitchFamily="18" charset="0"/>
              </a:rPr>
              <a:t>Dr. Dilip Kumar K, Principal, KSIT, </a:t>
            </a:r>
            <a:r>
              <a:rPr lang="en-US" sz="2000" dirty="0">
                <a:latin typeface="Times New Roman" panose="02020603050405020304" pitchFamily="18" charset="0"/>
                <a:cs typeface="Times New Roman" panose="02020603050405020304" pitchFamily="18" charset="0"/>
              </a:rPr>
              <a:t>who has been a continuous source of inspiration to us .We are indebted to him for his encouragement in making the project a success.</a:t>
            </a:r>
          </a:p>
          <a:p>
            <a:r>
              <a:rPr lang="en-US" sz="2000" b="1" dirty="0">
                <a:latin typeface="Times New Roman" panose="02020603050405020304" pitchFamily="18" charset="0"/>
                <a:cs typeface="Times New Roman" panose="02020603050405020304" pitchFamily="18" charset="0"/>
              </a:rPr>
              <a:t> Dr. P.N. Sudha, Head of the Department</a:t>
            </a:r>
            <a:r>
              <a:rPr lang="en-US" sz="2000" dirty="0">
                <a:latin typeface="Times New Roman" panose="02020603050405020304" pitchFamily="18" charset="0"/>
                <a:cs typeface="Times New Roman" panose="02020603050405020304" pitchFamily="18" charset="0"/>
              </a:rPr>
              <a:t>, Electronics and Communication </a:t>
            </a:r>
            <a:r>
              <a:rPr lang="en-US" sz="2000" dirty="0" err="1">
                <a:latin typeface="Times New Roman" panose="02020603050405020304" pitchFamily="18" charset="0"/>
                <a:cs typeface="Times New Roman" panose="02020603050405020304" pitchFamily="18" charset="0"/>
              </a:rPr>
              <a:t>Engg</a:t>
            </a:r>
            <a:r>
              <a:rPr lang="en-US" sz="2000" dirty="0">
                <a:latin typeface="Times New Roman" panose="02020603050405020304" pitchFamily="18" charset="0"/>
                <a:cs typeface="Times New Roman" panose="02020603050405020304" pitchFamily="18" charset="0"/>
              </a:rPr>
              <a:t>. Department, KSIT, who has continuously encouraged, motivated and provided us valuable suggestions. </a:t>
            </a:r>
          </a:p>
          <a:p>
            <a:r>
              <a:rPr lang="en-US" sz="2000" dirty="0">
                <a:latin typeface="Times New Roman" panose="02020603050405020304" pitchFamily="18" charset="0"/>
                <a:cs typeface="Times New Roman" panose="02020603050405020304" pitchFamily="18" charset="0"/>
              </a:rPr>
              <a:t>We are also thankful to our internal guide, </a:t>
            </a:r>
            <a:r>
              <a:rPr lang="en-US" sz="2000" b="1" dirty="0">
                <a:latin typeface="Times New Roman" panose="02020603050405020304" pitchFamily="18" charset="0"/>
                <a:cs typeface="Times New Roman" panose="02020603050405020304" pitchFamily="18" charset="0"/>
              </a:rPr>
              <a:t>Dr. Anita P</a:t>
            </a:r>
            <a:r>
              <a:rPr lang="en-US" sz="200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Assistant Professor, </a:t>
            </a:r>
            <a:r>
              <a:rPr lang="en-US" sz="2000" dirty="0">
                <a:latin typeface="Times New Roman" panose="02020603050405020304" pitchFamily="18" charset="0"/>
                <a:cs typeface="Times New Roman" panose="02020603050405020304" pitchFamily="18" charset="0"/>
              </a:rPr>
              <a:t>Electronics &amp; Communication </a:t>
            </a:r>
            <a:r>
              <a:rPr lang="en-US" sz="2000" dirty="0" err="1">
                <a:latin typeface="Times New Roman" panose="02020603050405020304" pitchFamily="18" charset="0"/>
                <a:cs typeface="Times New Roman" panose="02020603050405020304" pitchFamily="18" charset="0"/>
              </a:rPr>
              <a:t>Engg</a:t>
            </a:r>
            <a:r>
              <a:rPr lang="en-US" sz="2000" dirty="0">
                <a:latin typeface="Times New Roman" panose="02020603050405020304" pitchFamily="18" charset="0"/>
                <a:cs typeface="Times New Roman" panose="02020603050405020304" pitchFamily="18" charset="0"/>
              </a:rPr>
              <a:t>. Department, KSIT, for providing valuable support and guidance to make this project a success. </a:t>
            </a:r>
          </a:p>
          <a:p>
            <a:r>
              <a:rPr lang="en-US" sz="2000" dirty="0">
                <a:latin typeface="Times New Roman" panose="02020603050405020304" pitchFamily="18" charset="0"/>
                <a:cs typeface="Times New Roman" panose="02020603050405020304" pitchFamily="18" charset="0"/>
              </a:rPr>
              <a:t>We are thankful to our project Coordinators, </a:t>
            </a:r>
            <a:r>
              <a:rPr lang="en-US" sz="2000" b="1" dirty="0">
                <a:latin typeface="Times New Roman" panose="02020603050405020304" pitchFamily="18" charset="0"/>
                <a:cs typeface="Times New Roman" panose="02020603050405020304" pitchFamily="18" charset="0"/>
              </a:rPr>
              <a:t>Dr. Rekha N Associate Professor, </a:t>
            </a:r>
            <a:r>
              <a:rPr lang="en-US" sz="2000" b="1" dirty="0" err="1">
                <a:latin typeface="Times New Roman" panose="02020603050405020304" pitchFamily="18" charset="0"/>
                <a:cs typeface="Times New Roman" panose="02020603050405020304" pitchFamily="18" charset="0"/>
              </a:rPr>
              <a:t>Mrs</a:t>
            </a:r>
            <a:r>
              <a:rPr lang="en-US" sz="2000" b="1" dirty="0">
                <a:latin typeface="Times New Roman" panose="02020603050405020304" pitchFamily="18" charset="0"/>
                <a:cs typeface="Times New Roman" panose="02020603050405020304" pitchFamily="18" charset="0"/>
              </a:rPr>
              <a:t> Suma Santosh, Assistant professor </a:t>
            </a:r>
            <a:r>
              <a:rPr lang="en-US" sz="2000" dirty="0">
                <a:latin typeface="Times New Roman" panose="02020603050405020304" pitchFamily="18" charset="0"/>
                <a:cs typeface="Times New Roman" panose="02020603050405020304" pitchFamily="18" charset="0"/>
              </a:rPr>
              <a:t>Electronics and Communication </a:t>
            </a:r>
            <a:r>
              <a:rPr lang="en-US" sz="2000" dirty="0" err="1">
                <a:latin typeface="Times New Roman" panose="02020603050405020304" pitchFamily="18" charset="0"/>
                <a:cs typeface="Times New Roman" panose="02020603050405020304" pitchFamily="18" charset="0"/>
              </a:rPr>
              <a:t>Engg</a:t>
            </a:r>
            <a:r>
              <a:rPr lang="en-US" sz="2000" dirty="0">
                <a:latin typeface="Times New Roman" panose="02020603050405020304" pitchFamily="18" charset="0"/>
                <a:cs typeface="Times New Roman" panose="02020603050405020304" pitchFamily="18" charset="0"/>
              </a:rPr>
              <a:t>. Department, K.S. Institute of Technology, for their coordination and help. </a:t>
            </a:r>
          </a:p>
          <a:p>
            <a:r>
              <a:rPr lang="en-US" sz="2000" dirty="0">
                <a:latin typeface="Times New Roman" panose="02020603050405020304" pitchFamily="18" charset="0"/>
                <a:cs typeface="Times New Roman" panose="02020603050405020304" pitchFamily="18" charset="0"/>
              </a:rPr>
              <a:t>Last but not the least the project would not have been a success without the grace of god and support of our parents and friends. </a:t>
            </a:r>
            <a:endParaRPr lang="en-IN" sz="2700" dirty="0">
              <a:latin typeface="Times New Roman" panose="02020603050405020304" pitchFamily="18" charset="0"/>
              <a:cs typeface="Times New Roman" pitchFamily="18" charset="0"/>
            </a:endParaRPr>
          </a:p>
        </p:txBody>
      </p:sp>
      <p:pic>
        <p:nvPicPr>
          <p:cNvPr id="12" name="Picture 11">
            <a:extLst>
              <a:ext uri="{FF2B5EF4-FFF2-40B4-BE49-F238E27FC236}">
                <a16:creationId xmlns:a16="http://schemas.microsoft.com/office/drawing/2014/main" id="{1CA3EAA7-EBE4-4ADF-9551-C1B6CF15AB70}"/>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16478" t="82535" r="12817" b="-313"/>
          <a:stretch/>
        </p:blipFill>
        <p:spPr>
          <a:xfrm>
            <a:off x="0" y="0"/>
            <a:ext cx="10972800" cy="1056640"/>
          </a:xfrm>
          <a:prstGeom prst="rect">
            <a:avLst/>
          </a:prstGeom>
        </p:spPr>
      </p:pic>
      <p:sp>
        <p:nvSpPr>
          <p:cNvPr id="14" name="TextBox 13">
            <a:extLst>
              <a:ext uri="{FF2B5EF4-FFF2-40B4-BE49-F238E27FC236}">
                <a16:creationId xmlns:a16="http://schemas.microsoft.com/office/drawing/2014/main" id="{B0000823-3D60-DC45-B1EF-29A32C704670}"/>
              </a:ext>
            </a:extLst>
          </p:cNvPr>
          <p:cNvSpPr txBox="1"/>
          <p:nvPr/>
        </p:nvSpPr>
        <p:spPr>
          <a:xfrm flipH="1">
            <a:off x="1188720" y="243841"/>
            <a:ext cx="8229600" cy="597961"/>
          </a:xfrm>
          <a:prstGeom prst="rect">
            <a:avLst/>
          </a:prstGeom>
          <a:noFill/>
          <a:ln>
            <a:noFill/>
          </a:ln>
        </p:spPr>
        <p:txBody>
          <a:bodyPr wrap="square" lIns="104498" tIns="52249" rIns="104498" bIns="52249" rtlCol="0">
            <a:spAutoFit/>
          </a:bodyPr>
          <a:lstStyle/>
          <a:p>
            <a:pPr algn="ctr"/>
            <a:r>
              <a:rPr lang="en-US" sz="3200" b="1" dirty="0">
                <a:solidFill>
                  <a:schemeClr val="bg1"/>
                </a:solidFill>
                <a:latin typeface="Times New Roman" panose="02020603050405020304" pitchFamily="18" charset="0"/>
                <a:cs typeface="Times New Roman" panose="02020603050405020304" pitchFamily="18" charset="0"/>
              </a:rPr>
              <a:t>ACKNOWLEDGEMENT</a:t>
            </a:r>
          </a:p>
        </p:txBody>
      </p:sp>
      <p:sp>
        <p:nvSpPr>
          <p:cNvPr id="13" name="Footer Placeholder 12"/>
          <p:cNvSpPr>
            <a:spLocks noGrp="1"/>
          </p:cNvSpPr>
          <p:nvPr>
            <p:ph type="ftr" sz="quarter" idx="11"/>
          </p:nvPr>
        </p:nvSpPr>
        <p:spPr>
          <a:xfrm>
            <a:off x="152400" y="6705600"/>
            <a:ext cx="3474720" cy="389467"/>
          </a:xfrm>
        </p:spPr>
        <p:txBody>
          <a:bodyPr/>
          <a:lstStyle/>
          <a:p>
            <a:pPr algn="l"/>
            <a:r>
              <a:rPr lang="en-US" dirty="0"/>
              <a:t>Paper Id: 182                                    </a:t>
            </a:r>
          </a:p>
        </p:txBody>
      </p:sp>
      <p:pic>
        <p:nvPicPr>
          <p:cNvPr id="15" name="Picture 8" descr="D:\unnamed.jpg"/>
          <p:cNvPicPr>
            <a:picLocks noChangeAspect="1" noChangeArrowheads="1"/>
          </p:cNvPicPr>
          <p:nvPr/>
        </p:nvPicPr>
        <p:blipFill>
          <a:blip r:embed="rId4" cstate="print"/>
          <a:srcRect/>
          <a:stretch>
            <a:fillRect/>
          </a:stretch>
        </p:blipFill>
        <p:spPr bwMode="auto">
          <a:xfrm>
            <a:off x="9966960" y="1"/>
            <a:ext cx="1005840" cy="1005840"/>
          </a:xfrm>
          <a:prstGeom prst="rect">
            <a:avLst/>
          </a:prstGeom>
          <a:noFill/>
        </p:spPr>
      </p:pic>
    </p:spTree>
    <p:extLst>
      <p:ext uri="{BB962C8B-B14F-4D97-AF65-F5344CB8AC3E}">
        <p14:creationId xmlns:p14="http://schemas.microsoft.com/office/powerpoint/2010/main" val="2078269970"/>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2"/>
          <p:cNvPicPr>
            <a:picLocks noChangeAspect="1" noChangeArrowheads="1"/>
          </p:cNvPicPr>
          <p:nvPr/>
        </p:nvPicPr>
        <p:blipFill>
          <a:blip r:embed="rId2"/>
          <a:srcRect/>
          <a:stretch>
            <a:fillRect/>
          </a:stretch>
        </p:blipFill>
        <p:spPr bwMode="auto">
          <a:xfrm>
            <a:off x="0" y="1056641"/>
            <a:ext cx="10972800" cy="6258560"/>
          </a:xfrm>
          <a:prstGeom prst="rect">
            <a:avLst/>
          </a:prstGeom>
          <a:noFill/>
          <a:ln w="9525">
            <a:noFill/>
            <a:miter lim="800000"/>
            <a:headEnd/>
            <a:tailEnd/>
          </a:ln>
        </p:spPr>
      </p:pic>
      <p:pic>
        <p:nvPicPr>
          <p:cNvPr id="9" name="Picture 8">
            <a:extLst>
              <a:ext uri="{FF2B5EF4-FFF2-40B4-BE49-F238E27FC236}">
                <a16:creationId xmlns:a16="http://schemas.microsoft.com/office/drawing/2014/main" id="{1CA3EAA7-EBE4-4ADF-9551-C1B6CF15AB70}"/>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16478" t="82535" r="12817" b="-313"/>
          <a:stretch/>
        </p:blipFill>
        <p:spPr>
          <a:xfrm>
            <a:off x="0" y="0"/>
            <a:ext cx="10972800" cy="1056640"/>
          </a:xfrm>
          <a:prstGeom prst="rect">
            <a:avLst/>
          </a:prstGeom>
        </p:spPr>
      </p:pic>
      <p:sp>
        <p:nvSpPr>
          <p:cNvPr id="14" name="Slide Number Placeholder 13"/>
          <p:cNvSpPr>
            <a:spLocks noGrp="1"/>
          </p:cNvSpPr>
          <p:nvPr>
            <p:ph type="sldNum" sz="quarter" idx="12"/>
          </p:nvPr>
        </p:nvSpPr>
        <p:spPr/>
        <p:txBody>
          <a:bodyPr/>
          <a:lstStyle/>
          <a:p>
            <a:fld id="{3B9CCCBF-BA4C-41C7-B4F1-0E8CB8F13AC3}" type="slidenum">
              <a:rPr lang="en-US" smtClean="0"/>
              <a:pPr/>
              <a:t>18</a:t>
            </a:fld>
            <a:endParaRPr lang="en-US"/>
          </a:p>
        </p:txBody>
      </p:sp>
      <p:pic>
        <p:nvPicPr>
          <p:cNvPr id="16" name="Picture 8" descr="D:\unnamed.jpg"/>
          <p:cNvPicPr>
            <a:picLocks noChangeAspect="1" noChangeArrowheads="1"/>
          </p:cNvPicPr>
          <p:nvPr/>
        </p:nvPicPr>
        <p:blipFill>
          <a:blip r:embed="rId4" cstate="print"/>
          <a:srcRect/>
          <a:stretch>
            <a:fillRect/>
          </a:stretch>
        </p:blipFill>
        <p:spPr bwMode="auto">
          <a:xfrm>
            <a:off x="9966960" y="1"/>
            <a:ext cx="1005840" cy="1005840"/>
          </a:xfrm>
          <a:prstGeom prst="rect">
            <a:avLst/>
          </a:prstGeom>
          <a:noFill/>
        </p:spPr>
      </p:pic>
    </p:spTree>
    <p:extLst>
      <p:ext uri="{BB962C8B-B14F-4D97-AF65-F5344CB8AC3E}">
        <p14:creationId xmlns:p14="http://schemas.microsoft.com/office/powerpoint/2010/main" val="766221414"/>
      </p:ext>
    </p:extLst>
  </p:cSld>
  <p:clrMapOvr>
    <a:masterClrMapping/>
  </p:clrMapOvr>
  <p:transition>
    <p:strips dir="ld"/>
  </p:transition>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2_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1_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2648</TotalTime>
  <Words>1838</Words>
  <Application>Microsoft Office PowerPoint</Application>
  <PresentationFormat>Custom</PresentationFormat>
  <Paragraphs>256</Paragraphs>
  <Slides>18</Slides>
  <Notes>17</Notes>
  <HiddenSlides>0</HiddenSlides>
  <MMClips>0</MMClips>
  <ScaleCrop>false</ScaleCrop>
  <HeadingPairs>
    <vt:vector size="6" baseType="variant">
      <vt:variant>
        <vt:lpstr>Fonts Used</vt:lpstr>
      </vt:variant>
      <vt:variant>
        <vt:i4>5</vt:i4>
      </vt:variant>
      <vt:variant>
        <vt:lpstr>Theme</vt:lpstr>
      </vt:variant>
      <vt:variant>
        <vt:i4>3</vt:i4>
      </vt:variant>
      <vt:variant>
        <vt:lpstr>Slide Titles</vt:lpstr>
      </vt:variant>
      <vt:variant>
        <vt:i4>18</vt:i4>
      </vt:variant>
    </vt:vector>
  </HeadingPairs>
  <TitlesOfParts>
    <vt:vector size="26" baseType="lpstr">
      <vt:lpstr>Arial</vt:lpstr>
      <vt:lpstr>Calibri</vt:lpstr>
      <vt:lpstr>Courier New</vt:lpstr>
      <vt:lpstr>Times New Roman</vt:lpstr>
      <vt:lpstr>Wingdings 3</vt:lpstr>
      <vt:lpstr>Custom Design</vt:lpstr>
      <vt:lpstr>2_Custom Design</vt:lpstr>
      <vt:lpstr>1_Custom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ENERGY SYSTEMS ENGINEERING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National Conference on Advances in Mechanical Engineering Sciences  NACAMES – 04</dc:title>
  <dc:creator>pc_04</dc:creator>
  <cp:lastModifiedBy>Preksha S</cp:lastModifiedBy>
  <cp:revision>416</cp:revision>
  <dcterms:created xsi:type="dcterms:W3CDTF">2004-09-01T07:51:29Z</dcterms:created>
  <dcterms:modified xsi:type="dcterms:W3CDTF">2026-02-09T12:02:40Z</dcterms:modified>
</cp:coreProperties>
</file>